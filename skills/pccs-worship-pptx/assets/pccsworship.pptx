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"/>
  </p:notesMasterIdLst>
  <p:sldIdLst>
    <p:sldId id="257" r:id="rId2"/>
    <p:sldId id="258" r:id="rId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2" d="100"/>
          <a:sy n="192" d="100"/>
        </p:scale>
        <p:origin x="138" y="2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891cc1e2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891cc1e2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5EA36D38-0A4C-23F6-8E5C-06731450F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891cc1e2d_0_0:notes">
            <a:extLst>
              <a:ext uri="{FF2B5EF4-FFF2-40B4-BE49-F238E27FC236}">
                <a16:creationId xmlns:a16="http://schemas.microsoft.com/office/drawing/2014/main" id="{4E46998F-925C-2758-BF13-DD257D46C5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891cc1e2d_0_0:notes">
            <a:extLst>
              <a:ext uri="{FF2B5EF4-FFF2-40B4-BE49-F238E27FC236}">
                <a16:creationId xmlns:a16="http://schemas.microsoft.com/office/drawing/2014/main" id="{05968CD6-E03D-4068-8B56-242EC1AACA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3472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5;p13">
            <a:extLst>
              <a:ext uri="{FF2B5EF4-FFF2-40B4-BE49-F238E27FC236}">
                <a16:creationId xmlns:a16="http://schemas.microsoft.com/office/drawing/2014/main" id="{4AD853CE-D214-9429-C9E7-6AEEE7164333}"/>
              </a:ext>
            </a:extLst>
          </p:cNvPr>
          <p:cNvSpPr txBox="1"/>
          <p:nvPr/>
        </p:nvSpPr>
        <p:spPr>
          <a:xfrm>
            <a:off x="585216" y="969259"/>
            <a:ext cx="7973568" cy="226592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marL="0" indent="0" algn="ctr" rtl="0">
              <a:spcBef>
                <a:spcPts val="0"/>
              </a:spcBef>
              <a:buNone/>
            </a:pPr>
            <a:r>
              <a:rPr lang="zh-CN" sz="4800" b="1" dirty="0">
                <a:solidFill>
                  <a:srgbClr val="2A222F"/>
                </a:solidFill>
                <a:latin typeface="Microsoft YaHei"/>
                <a:ea typeface="KaiTi"/>
                <a:cs typeface="KaiTi"/>
                <a:sym typeface="KaiTi"/>
              </a:rPr>
              <a:t>哈利路亚</a:t>
            </a:r>
            <a:endParaRPr sz="4800" b="1" dirty="0">
              <a:latin typeface="KaiTi"/>
              <a:ea typeface="KaiTi"/>
              <a:cs typeface="KaiTi"/>
              <a:sym typeface="KaiTi"/>
            </a:endParaRPr>
          </a:p>
          <a:p>
            <a:pPr marL="0" indent="0" algn="ctr" rtl="0">
              <a:spcBef>
                <a:spcPts val="0"/>
              </a:spcBef>
              <a:buNone/>
            </a:pPr>
            <a:r>
              <a:rPr lang="zh-CN" sz="4800" b="1" dirty="0">
                <a:solidFill>
                  <a:srgbClr val="2A222F"/>
                </a:solidFill>
                <a:latin typeface="Microsoft YaHei"/>
                <a:ea typeface="KaiTi"/>
                <a:cs typeface="KaiTi"/>
                <a:sym typeface="KaiTi"/>
              </a:rPr>
              <a:t>哈利路亚</a:t>
            </a:r>
            <a:endParaRPr sz="4800" b="1" dirty="0">
              <a:latin typeface="KaiTi"/>
              <a:ea typeface="KaiTi"/>
              <a:cs typeface="KaiTi"/>
              <a:sym typeface="KaiTi"/>
            </a:endParaRPr>
          </a:p>
          <a:p>
            <a:pPr marL="0" indent="0" algn="ctr" rtl="0">
              <a:spcBef>
                <a:spcPts val="0"/>
              </a:spcBef>
              <a:buNone/>
            </a:pPr>
            <a:r>
              <a:rPr lang="zh-CN" sz="4800" b="1" dirty="0">
                <a:solidFill>
                  <a:srgbClr val="2A222F"/>
                </a:solidFill>
                <a:latin typeface="Microsoft YaHei"/>
                <a:ea typeface="KaiTi"/>
                <a:cs typeface="KaiTi"/>
                <a:sym typeface="KaiTi"/>
              </a:rPr>
              <a:t>这里有荣耀</a:t>
            </a:r>
            <a:endParaRPr sz="4800" b="1" dirty="0">
              <a:latin typeface="KaiTi"/>
              <a:ea typeface="KaiTi"/>
              <a:cs typeface="KaiTi"/>
              <a:sym typeface="KaiTi"/>
            </a:endParaRPr>
          </a:p>
        </p:txBody>
      </p:sp>
      <p:sp>
        <p:nvSpPr>
          <p:cNvPr id="7" name="Google Shape;56;p13">
            <a:extLst>
              <a:ext uri="{FF2B5EF4-FFF2-40B4-BE49-F238E27FC236}">
                <a16:creationId xmlns:a16="http://schemas.microsoft.com/office/drawing/2014/main" id="{99853EAD-E944-3FA5-3908-D1E6BD5475B4}"/>
              </a:ext>
            </a:extLst>
          </p:cNvPr>
          <p:cNvSpPr txBox="1"/>
          <p:nvPr/>
        </p:nvSpPr>
        <p:spPr>
          <a:xfrm>
            <a:off x="2832742" y="21230"/>
            <a:ext cx="347851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CN" altLang="en-US" sz="5400" b="1" dirty="0">
                <a:solidFill>
                  <a:srgbClr val="5B3D6C"/>
                </a:solidFill>
                <a:latin typeface="Microsoft YaHei"/>
                <a:ea typeface="KaiTi"/>
                <a:cs typeface="KaiTi"/>
                <a:sym typeface="KaiTi"/>
              </a:rPr>
              <a:t>这里有荣耀</a:t>
            </a:r>
            <a:endParaRPr lang="zh-CN" altLang="en-US" sz="5400" b="1" dirty="0">
              <a:solidFill>
                <a:srgbClr val="000000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sp>
        <p:nvSpPr>
          <p:cNvPr id="8" name="Title divider left">
            <a:extLst>
              <a:ext uri="{FF2B5EF4-FFF2-40B4-BE49-F238E27FC236}">
                <a16:creationId xmlns:a16="http://schemas.microsoft.com/office/drawing/2014/main" id="{0032110F-CC13-9454-7C62-10BFF92BCA49}"/>
              </a:ext>
            </a:extLst>
          </p:cNvPr>
          <p:cNvSpPr/>
          <p:nvPr/>
        </p:nvSpPr>
        <p:spPr>
          <a:xfrm>
            <a:off x="3977640" y="942634"/>
            <a:ext cx="475488" cy="0"/>
          </a:xfrm>
          <a:prstGeom prst="line">
            <a:avLst/>
          </a:prstGeom>
          <a:noFill/>
          <a:ln w="13970">
            <a:solidFill>
              <a:srgbClr val="C9AA7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itle divider right">
            <a:extLst>
              <a:ext uri="{FF2B5EF4-FFF2-40B4-BE49-F238E27FC236}">
                <a16:creationId xmlns:a16="http://schemas.microsoft.com/office/drawing/2014/main" id="{ED26180D-A50E-EC34-530E-C018616B3236}"/>
              </a:ext>
            </a:extLst>
          </p:cNvPr>
          <p:cNvSpPr/>
          <p:nvPr/>
        </p:nvSpPr>
        <p:spPr>
          <a:xfrm>
            <a:off x="4690872" y="942634"/>
            <a:ext cx="475488" cy="0"/>
          </a:xfrm>
          <a:prstGeom prst="line">
            <a:avLst/>
          </a:prstGeom>
          <a:noFill/>
          <a:ln w="13970">
            <a:solidFill>
              <a:srgbClr val="C9AA7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itle divider jewel">
            <a:extLst>
              <a:ext uri="{FF2B5EF4-FFF2-40B4-BE49-F238E27FC236}">
                <a16:creationId xmlns:a16="http://schemas.microsoft.com/office/drawing/2014/main" id="{DEE4EF00-78F7-7CA3-EBDF-B5F5C4F306DF}"/>
              </a:ext>
            </a:extLst>
          </p:cNvPr>
          <p:cNvSpPr/>
          <p:nvPr/>
        </p:nvSpPr>
        <p:spPr>
          <a:xfrm>
            <a:off x="4530852" y="910630"/>
            <a:ext cx="82296" cy="82296"/>
          </a:xfrm>
          <a:prstGeom prst="ellipse">
            <a:avLst/>
          </a:prstGeom>
          <a:solidFill>
            <a:srgbClr val="D6BC82"/>
          </a:solidFill>
          <a:ln w="12700">
            <a:solidFill>
              <a:srgbClr val="D6BC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362136ED-C42F-AD4E-BF8A-463939E90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5DE6BA-CC6C-D25E-F309-5929CF181A41}"/>
              </a:ext>
            </a:extLst>
          </p:cNvPr>
          <p:cNvSpPr txBox="1"/>
          <p:nvPr/>
        </p:nvSpPr>
        <p:spPr>
          <a:xfrm>
            <a:off x="4974534" y="4482152"/>
            <a:ext cx="410983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CN" altLang="en-US" sz="2800" b="1" dirty="0">
                <a:solidFill>
                  <a:srgbClr val="5B3D6C"/>
                </a:solidFill>
                <a:latin typeface="Microsoft YaHei"/>
                <a:ea typeface="KaiTi"/>
                <a:cs typeface="KaiTi"/>
                <a:sym typeface="KaiTi"/>
              </a:rPr>
              <a:t>这里有荣耀</a:t>
            </a:r>
            <a:endParaRPr lang="zh-CN" altLang="en-US" sz="2800" b="1" dirty="0">
              <a:solidFill>
                <a:srgbClr val="000000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FFF9E62C-392D-0490-2E20-511711F10C21}"/>
              </a:ext>
            </a:extLst>
          </p:cNvPr>
          <p:cNvSpPr txBox="1"/>
          <p:nvPr/>
        </p:nvSpPr>
        <p:spPr>
          <a:xfrm>
            <a:off x="585216" y="412809"/>
            <a:ext cx="7973568" cy="226592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marL="0" indent="0" algn="ctr" rtl="0">
              <a:spcBef>
                <a:spcPts val="0"/>
              </a:spcBef>
              <a:buNone/>
            </a:pPr>
            <a:r>
              <a:rPr lang="zh-CN" sz="4800" b="1" dirty="0">
                <a:solidFill>
                  <a:srgbClr val="2A222F"/>
                </a:solidFill>
                <a:latin typeface="Microsoft YaHei"/>
                <a:ea typeface="KaiTi"/>
                <a:cs typeface="KaiTi"/>
                <a:sym typeface="KaiTi"/>
              </a:rPr>
              <a:t>哈利路亚</a:t>
            </a:r>
            <a:endParaRPr sz="4800" b="1" dirty="0">
              <a:latin typeface="KaiTi"/>
              <a:ea typeface="KaiTi"/>
              <a:cs typeface="KaiTi"/>
              <a:sym typeface="KaiTi"/>
            </a:endParaRPr>
          </a:p>
          <a:p>
            <a:pPr marL="0" indent="0" algn="ctr" rtl="0">
              <a:spcBef>
                <a:spcPts val="0"/>
              </a:spcBef>
              <a:buNone/>
            </a:pPr>
            <a:r>
              <a:rPr lang="zh-CN" sz="4800" b="1" dirty="0">
                <a:solidFill>
                  <a:srgbClr val="2A222F"/>
                </a:solidFill>
                <a:latin typeface="Microsoft YaHei"/>
                <a:ea typeface="KaiTi"/>
                <a:cs typeface="KaiTi"/>
                <a:sym typeface="KaiTi"/>
              </a:rPr>
              <a:t>哈利路亚</a:t>
            </a:r>
            <a:endParaRPr sz="4800" b="1" dirty="0">
              <a:latin typeface="KaiTi"/>
              <a:ea typeface="KaiTi"/>
              <a:cs typeface="KaiTi"/>
              <a:sym typeface="KaiTi"/>
            </a:endParaRPr>
          </a:p>
          <a:p>
            <a:pPr marL="0" indent="0" algn="ctr" rtl="0">
              <a:spcBef>
                <a:spcPts val="0"/>
              </a:spcBef>
              <a:buNone/>
            </a:pPr>
            <a:r>
              <a:rPr lang="zh-CN" sz="4800" b="1" dirty="0">
                <a:solidFill>
                  <a:srgbClr val="2A222F"/>
                </a:solidFill>
                <a:latin typeface="Microsoft YaHei"/>
                <a:ea typeface="KaiTi"/>
                <a:cs typeface="KaiTi"/>
                <a:sym typeface="KaiTi"/>
              </a:rPr>
              <a:t>这里有荣耀</a:t>
            </a:r>
            <a:endParaRPr sz="4800" b="1" dirty="0">
              <a:latin typeface="KaiTi"/>
              <a:ea typeface="KaiTi"/>
              <a:cs typeface="KaiTi"/>
              <a:sym typeface="KaiTi"/>
            </a:endParaRPr>
          </a:p>
        </p:txBody>
      </p:sp>
    </p:spTree>
    <p:extLst>
      <p:ext uri="{BB962C8B-B14F-4D97-AF65-F5344CB8AC3E}">
        <p14:creationId xmlns:p14="http://schemas.microsoft.com/office/powerpoint/2010/main" val="6001167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36</Words>
  <Application>Microsoft Office PowerPoint</Application>
  <PresentationFormat>On-screen Show (16:9)</PresentationFormat>
  <Paragraphs>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KaiTi</vt:lpstr>
      <vt:lpstr>Microsoft YaHei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Zhongwei Xiang</cp:lastModifiedBy>
  <cp:revision>17</cp:revision>
  <dcterms:modified xsi:type="dcterms:W3CDTF">2026-08-08T23:39:52Z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2026-08-08T23:39:52Z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2f9f3d66-008e-4e90-b249-c31796512c68</vt:lpwstr>
  </property>
  <property fmtid="{D5CDD505-2E9C-101B-9397-08002B2CF9AE}" pid="7" name="MSIP_Label_defa4170-0d19-0005-0004-bc88714345d2_ActionId">
    <vt:lpwstr>0689e26d-4048-4d65-852e-d14dcd462686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