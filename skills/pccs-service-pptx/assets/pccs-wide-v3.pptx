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315" r:id="rId14"/>
    <p:sldId id="316" r:id="rId15"/>
    <p:sldId id="269" r:id="rId16"/>
    <p:sldId id="270" r:id="rId17"/>
    <p:sldId id="272" r:id="rId18"/>
    <p:sldId id="275" r:id="rId19"/>
    <p:sldId id="276" r:id="rId20"/>
    <p:sldId id="277" r:id="rId21"/>
    <p:sldId id="317" r:id="rId22"/>
    <p:sldId id="318" r:id="rId23"/>
    <p:sldId id="319" r:id="rId24"/>
    <p:sldId id="278" r:id="rId25"/>
    <p:sldId id="279" r:id="rId26"/>
    <p:sldId id="280" r:id="rId27"/>
    <p:sldId id="320" r:id="rId28"/>
    <p:sldId id="321" r:id="rId29"/>
    <p:sldId id="322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323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24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4E2ECA-DFAB-49C3-B6CE-8BD454016F5C}" v="10" dt="2026-09-16T23:01:31.6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 Lu" userId="f7f7f1e867f71200" providerId="LiveId" clId="{C1F88675-33DC-447A-965F-BF5864B3C5DC}"/>
    <pc:docChg chg="addSld delSld modSld">
      <pc:chgData name="Yan Lu" userId="f7f7f1e867f71200" providerId="LiveId" clId="{C1F88675-33DC-447A-965F-BF5864B3C5DC}" dt="2026-09-16T23:01:35.399" v="23" actId="2696"/>
      <pc:docMkLst>
        <pc:docMk/>
      </pc:docMkLst>
      <pc:sldChg chg="del">
        <pc:chgData name="Yan Lu" userId="f7f7f1e867f71200" providerId="LiveId" clId="{C1F88675-33DC-447A-965F-BF5864B3C5DC}" dt="2026-09-16T23:01:35.399" v="23" actId="2696"/>
        <pc:sldMkLst>
          <pc:docMk/>
          <pc:sldMk cId="1541063328" sldId="314"/>
        </pc:sldMkLst>
      </pc:sldChg>
      <pc:sldChg chg="add setBg">
        <pc:chgData name="Yan Lu" userId="f7f7f1e867f71200" providerId="LiveId" clId="{C1F88675-33DC-447A-965F-BF5864B3C5DC}" dt="2026-09-16T22:57:47.710" v="0"/>
        <pc:sldMkLst>
          <pc:docMk/>
          <pc:sldMk cId="147071066" sldId="315"/>
        </pc:sldMkLst>
      </pc:sldChg>
      <pc:sldChg chg="add setBg">
        <pc:chgData name="Yan Lu" userId="f7f7f1e867f71200" providerId="LiveId" clId="{C1F88675-33DC-447A-965F-BF5864B3C5DC}" dt="2026-09-16T22:57:55.980" v="1"/>
        <pc:sldMkLst>
          <pc:docMk/>
          <pc:sldMk cId="2236717714" sldId="316"/>
        </pc:sldMkLst>
      </pc:sldChg>
      <pc:sldChg chg="add setBg">
        <pc:chgData name="Yan Lu" userId="f7f7f1e867f71200" providerId="LiveId" clId="{C1F88675-33DC-447A-965F-BF5864B3C5DC}" dt="2026-09-16T22:58:30.679" v="2"/>
        <pc:sldMkLst>
          <pc:docMk/>
          <pc:sldMk cId="2914851246" sldId="317"/>
        </pc:sldMkLst>
      </pc:sldChg>
      <pc:sldChg chg="add setBg">
        <pc:chgData name="Yan Lu" userId="f7f7f1e867f71200" providerId="LiveId" clId="{C1F88675-33DC-447A-965F-BF5864B3C5DC}" dt="2026-09-16T22:58:52.969" v="3"/>
        <pc:sldMkLst>
          <pc:docMk/>
          <pc:sldMk cId="2017425602" sldId="318"/>
        </pc:sldMkLst>
      </pc:sldChg>
      <pc:sldChg chg="add setBg">
        <pc:chgData name="Yan Lu" userId="f7f7f1e867f71200" providerId="LiveId" clId="{C1F88675-33DC-447A-965F-BF5864B3C5DC}" dt="2026-09-16T22:59:11.608" v="4"/>
        <pc:sldMkLst>
          <pc:docMk/>
          <pc:sldMk cId="2787318977" sldId="319"/>
        </pc:sldMkLst>
      </pc:sldChg>
      <pc:sldChg chg="add setBg">
        <pc:chgData name="Yan Lu" userId="f7f7f1e867f71200" providerId="LiveId" clId="{C1F88675-33DC-447A-965F-BF5864B3C5DC}" dt="2026-09-16T22:59:45.969" v="5"/>
        <pc:sldMkLst>
          <pc:docMk/>
          <pc:sldMk cId="3457211589" sldId="320"/>
        </pc:sldMkLst>
      </pc:sldChg>
      <pc:sldChg chg="add setBg">
        <pc:chgData name="Yan Lu" userId="f7f7f1e867f71200" providerId="LiveId" clId="{C1F88675-33DC-447A-965F-BF5864B3C5DC}" dt="2026-09-16T23:00:05.243" v="6"/>
        <pc:sldMkLst>
          <pc:docMk/>
          <pc:sldMk cId="3914658880" sldId="321"/>
        </pc:sldMkLst>
      </pc:sldChg>
      <pc:sldChg chg="add setBg">
        <pc:chgData name="Yan Lu" userId="f7f7f1e867f71200" providerId="LiveId" clId="{C1F88675-33DC-447A-965F-BF5864B3C5DC}" dt="2026-09-16T23:00:19.852" v="7"/>
        <pc:sldMkLst>
          <pc:docMk/>
          <pc:sldMk cId="200429785" sldId="322"/>
        </pc:sldMkLst>
      </pc:sldChg>
      <pc:sldChg chg="modSp add mod setBg">
        <pc:chgData name="Yan Lu" userId="f7f7f1e867f71200" providerId="LiveId" clId="{C1F88675-33DC-447A-965F-BF5864B3C5DC}" dt="2026-09-16T23:01:11.442" v="21" actId="20577"/>
        <pc:sldMkLst>
          <pc:docMk/>
          <pc:sldMk cId="2720473049" sldId="323"/>
        </pc:sldMkLst>
        <pc:spChg chg="mod">
          <ac:chgData name="Yan Lu" userId="f7f7f1e867f71200" providerId="LiveId" clId="{C1F88675-33DC-447A-965F-BF5864B3C5DC}" dt="2026-09-16T23:01:11.442" v="21" actId="20577"/>
          <ac:spMkLst>
            <pc:docMk/>
            <pc:sldMk cId="2720473049" sldId="323"/>
            <ac:spMk id="100" creationId="{5E8E4C51-04D2-45B8-CAD7-2BF802BD9C0A}"/>
          </ac:spMkLst>
        </pc:spChg>
      </pc:sldChg>
      <pc:sldChg chg="add setBg">
        <pc:chgData name="Yan Lu" userId="f7f7f1e867f71200" providerId="LiveId" clId="{C1F88675-33DC-447A-965F-BF5864B3C5DC}" dt="2026-09-16T23:01:31.663" v="22"/>
        <pc:sldMkLst>
          <pc:docMk/>
          <pc:sldMk cId="2556750974" sldId="324"/>
        </pc:sldMkLst>
      </pc:sldChg>
    </pc:docChg>
  </pc:docChgLst>
  <pc:docChgLst>
    <pc:chgData name="Zhongwei Xiang" userId="289026df-1e1a-4e13-974e-e6dc4942eba6" providerId="ADAL" clId="{EFA2E4EC-BE36-476B-83C2-B7E85122EAB1}"/>
    <pc:docChg chg="undo custSel modSld">
      <pc:chgData name="Zhongwei Xiang" userId="289026df-1e1a-4e13-974e-e6dc4942eba6" providerId="ADAL" clId="{EFA2E4EC-BE36-476B-83C2-B7E85122EAB1}" dt="2026-09-16T23:52:26.371" v="9" actId="6549"/>
      <pc:docMkLst>
        <pc:docMk/>
      </pc:docMkLst>
      <pc:sldChg chg="addSp delSp modSp mod">
        <pc:chgData name="Zhongwei Xiang" userId="289026df-1e1a-4e13-974e-e6dc4942eba6" providerId="ADAL" clId="{EFA2E4EC-BE36-476B-83C2-B7E85122EAB1}" dt="2026-09-16T23:52:23.018" v="5" actId="6549"/>
        <pc:sldMkLst>
          <pc:docMk/>
          <pc:sldMk cId="4020216759" sldId="270"/>
        </pc:sldMkLst>
        <pc:spChg chg="add del mod">
          <ac:chgData name="Zhongwei Xiang" userId="289026df-1e1a-4e13-974e-e6dc4942eba6" providerId="ADAL" clId="{EFA2E4EC-BE36-476B-83C2-B7E85122EAB1}" dt="2026-09-16T23:52:23.018" v="5" actId="6549"/>
          <ac:spMkLst>
            <pc:docMk/>
            <pc:sldMk cId="4020216759" sldId="270"/>
            <ac:spMk id="6" creationId="{3498FDEA-6D53-AC30-9374-BBE353484033}"/>
          </ac:spMkLst>
        </pc:spChg>
      </pc:sldChg>
      <pc:sldChg chg="modSp mod">
        <pc:chgData name="Zhongwei Xiang" userId="289026df-1e1a-4e13-974e-e6dc4942eba6" providerId="ADAL" clId="{EFA2E4EC-BE36-476B-83C2-B7E85122EAB1}" dt="2026-09-16T23:52:26.371" v="9" actId="6549"/>
        <pc:sldMkLst>
          <pc:docMk/>
          <pc:sldMk cId="1593022096" sldId="272"/>
        </pc:sldMkLst>
        <pc:spChg chg="mod">
          <ac:chgData name="Zhongwei Xiang" userId="289026df-1e1a-4e13-974e-e6dc4942eba6" providerId="ADAL" clId="{EFA2E4EC-BE36-476B-83C2-B7E85122EAB1}" dt="2026-09-16T23:52:26.371" v="9" actId="6549"/>
          <ac:spMkLst>
            <pc:docMk/>
            <pc:sldMk cId="1593022096" sldId="272"/>
            <ac:spMk id="6" creationId="{3498FDEA-6D53-AC30-9374-BBE35348403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3C569-0FC1-4DAC-AB8C-0C048BA0037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C6278-EC0F-496D-8426-84DE32A84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97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荣耀的主 </a:t>
            </a:r>
            <a:r>
              <a:rPr lang="en-US" altLang="zh-CN"/>
              <a:t>F</a:t>
            </a:r>
            <a:r>
              <a:rPr lang="zh-CN" altLang="en-US"/>
              <a:t>调</a:t>
            </a:r>
          </a:p>
          <a:p>
            <a:r>
              <a:rPr lang="en-US" altLang="zh-CN"/>
              <a:t>V1 </a:t>
            </a:r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https://newheartmusic.blob.core.windows.net/newheartmusic/PPT/M6_OurGloriousLord_16x9_s.pptx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https://www.youtube.com/watch?v=A1fi_d3zuT8</a:t>
            </a:r>
          </a:p>
          <a:p>
            <a:r>
              <a:rPr lang="zh-CN" altLang="en-US"/>
              <a:t>词曲：余远淳 </a:t>
            </a:r>
            <a:r>
              <a:rPr lang="en-US" altLang="zh-CN"/>
              <a:t>Yenn Chwen Er</a:t>
            </a:r>
          </a:p>
          <a:p>
            <a:r>
              <a:rPr lang="en-US" altLang="zh-CN"/>
              <a:t>© 2005 New Heart Music Ministries. All Rights Reserved. </a:t>
            </a:r>
            <a:r>
              <a:rPr lang="zh-CN" altLang="en-US"/>
              <a:t>新心音乐事工版权所有</a:t>
            </a:r>
          </a:p>
          <a:p>
            <a:r>
              <a:rPr lang="zh-CN" altLang="en-US"/>
              <a:t>专辑：敬畏祢的荣耀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荣耀的主 </a:t>
            </a:r>
            <a:r>
              <a:rPr lang="en-US" altLang="zh-CN"/>
              <a:t>F</a:t>
            </a:r>
            <a:r>
              <a:rPr lang="zh-CN" altLang="en-US"/>
              <a:t>调</a:t>
            </a:r>
          </a:p>
          <a:p>
            <a:r>
              <a:rPr lang="en-US" altLang="zh-CN"/>
              <a:t>V1 </a:t>
            </a:r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https://newheartmusic.blob.core.windows.net/newheartmusic/PPT/M6_OurGloriousLord_16x9_s.pptx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https://www.youtube.com/watch?v=A1fi_d3zuT8</a:t>
            </a:r>
          </a:p>
          <a:p>
            <a:r>
              <a:rPr lang="zh-CN" altLang="en-US"/>
              <a:t>词曲：余远淳 </a:t>
            </a:r>
            <a:r>
              <a:rPr lang="en-US" altLang="zh-CN"/>
              <a:t>Yenn Chwen Er</a:t>
            </a:r>
          </a:p>
          <a:p>
            <a:r>
              <a:rPr lang="en-US" altLang="zh-CN"/>
              <a:t>© 2005 New Heart Music Ministries. All Rights Reserved. </a:t>
            </a:r>
            <a:r>
              <a:rPr lang="zh-CN" altLang="en-US"/>
              <a:t>新心音乐事工版权所有</a:t>
            </a:r>
          </a:p>
          <a:p>
            <a:r>
              <a:rPr lang="zh-CN" altLang="en-US"/>
              <a:t>专辑：敬畏祢的荣耀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荣耀的主 </a:t>
            </a:r>
            <a:r>
              <a:rPr lang="en-US" altLang="zh-CN"/>
              <a:t>F</a:t>
            </a:r>
            <a:r>
              <a:rPr lang="zh-CN" altLang="en-US"/>
              <a:t>调</a:t>
            </a:r>
          </a:p>
          <a:p>
            <a:r>
              <a:rPr lang="en-US" altLang="zh-CN"/>
              <a:t>V1 </a:t>
            </a:r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https://newheartmusic.blob.core.windows.net/newheartmusic/PPT/M6_OurGloriousLord_16x9_s.pptx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https://www.youtube.com/watch?v=A1fi_d3zuT8</a:t>
            </a:r>
          </a:p>
          <a:p>
            <a:r>
              <a:rPr lang="zh-CN" altLang="en-US"/>
              <a:t>词曲：余远淳 </a:t>
            </a:r>
            <a:r>
              <a:rPr lang="en-US" altLang="zh-CN"/>
              <a:t>Yenn Chwen Er</a:t>
            </a:r>
          </a:p>
          <a:p>
            <a:r>
              <a:rPr lang="en-US" altLang="zh-CN"/>
              <a:t>© 2005 New Heart Music Ministries. All Rights Reserved. </a:t>
            </a:r>
            <a:r>
              <a:rPr lang="zh-CN" altLang="en-US"/>
              <a:t>新心音乐事工版权所有</a:t>
            </a:r>
          </a:p>
          <a:p>
            <a:r>
              <a:rPr lang="zh-CN" altLang="en-US"/>
              <a:t>专辑：敬畏祢的荣耀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荣耀的主 </a:t>
            </a:r>
            <a:r>
              <a:rPr lang="en-US" altLang="zh-CN"/>
              <a:t>F</a:t>
            </a:r>
            <a:r>
              <a:rPr lang="zh-CN" altLang="en-US"/>
              <a:t>调</a:t>
            </a:r>
          </a:p>
          <a:p>
            <a:r>
              <a:rPr lang="en-US" altLang="zh-CN"/>
              <a:t>V1 </a:t>
            </a:r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https://newheartmusic.blob.core.windows.net/newheartmusic/PPT/M6_OurGloriousLord_16x9_s.pptx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https://www.youtube.com/watch?v=A1fi_d3zuT8</a:t>
            </a:r>
          </a:p>
          <a:p>
            <a:r>
              <a:rPr lang="zh-CN" altLang="en-US"/>
              <a:t>词曲：余远淳 </a:t>
            </a:r>
            <a:r>
              <a:rPr lang="en-US" altLang="zh-CN"/>
              <a:t>Yenn Chwen Er</a:t>
            </a:r>
          </a:p>
          <a:p>
            <a:r>
              <a:rPr lang="en-US" altLang="zh-CN"/>
              <a:t>© 2005 New Heart Music Ministries. All Rights Reserved. </a:t>
            </a:r>
            <a:r>
              <a:rPr lang="zh-CN" altLang="en-US"/>
              <a:t>新心音乐事工版权所有</a:t>
            </a:r>
          </a:p>
          <a:p>
            <a:r>
              <a:rPr lang="zh-CN" altLang="en-US"/>
              <a:t>专辑：敬畏祢的荣耀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荣耀的主 </a:t>
            </a:r>
            <a:r>
              <a:rPr lang="en-US" altLang="zh-CN"/>
              <a:t>F</a:t>
            </a:r>
            <a:r>
              <a:rPr lang="zh-CN" altLang="en-US"/>
              <a:t>调</a:t>
            </a:r>
          </a:p>
          <a:p>
            <a:r>
              <a:rPr lang="en-US" altLang="zh-CN"/>
              <a:t>V1 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https://newheartmusic.blob.core.windows.net/newheartmusic/PPT/M6_OurGloriousLord_16x9_s.pptx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https://www.youtube.com/watch?v=A1fi_d3zuT8</a:t>
            </a:r>
          </a:p>
          <a:p>
            <a:r>
              <a:rPr lang="zh-CN" altLang="en-US"/>
              <a:t>词曲：余远淳 </a:t>
            </a:r>
            <a:r>
              <a:rPr lang="en-US" altLang="zh-CN"/>
              <a:t>Yenn Chwen Er</a:t>
            </a:r>
          </a:p>
          <a:p>
            <a:r>
              <a:rPr lang="en-US" altLang="zh-CN"/>
              <a:t>© 2005 New Heart Music Ministries. All Rights Reserved. </a:t>
            </a:r>
            <a:r>
              <a:rPr lang="zh-CN" altLang="en-US"/>
              <a:t>新心音乐事工版权所有</a:t>
            </a:r>
          </a:p>
          <a:p>
            <a:r>
              <a:rPr lang="zh-CN" altLang="en-US"/>
              <a:t>专辑：敬畏祢的荣耀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荣耀的主 </a:t>
            </a:r>
            <a:r>
              <a:rPr lang="en-US" altLang="zh-CN"/>
              <a:t>F</a:t>
            </a:r>
            <a:r>
              <a:rPr lang="zh-CN" altLang="en-US"/>
              <a:t>调</a:t>
            </a:r>
          </a:p>
          <a:p>
            <a:r>
              <a:rPr lang="en-US" altLang="zh-CN"/>
              <a:t>V1 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https://newheartmusic.blob.core.windows.net/newheartmusic/PPT/M6_OurGloriousLord_16x9_s.pptx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https://www.youtube.com/watch?v=A1fi_d3zuT8</a:t>
            </a:r>
          </a:p>
          <a:p>
            <a:r>
              <a:rPr lang="zh-CN" altLang="en-US"/>
              <a:t>词曲：余远淳 </a:t>
            </a:r>
            <a:r>
              <a:rPr lang="en-US" altLang="zh-CN"/>
              <a:t>Yenn Chwen Er</a:t>
            </a:r>
          </a:p>
          <a:p>
            <a:r>
              <a:rPr lang="en-US" altLang="zh-CN"/>
              <a:t>© 2005 New Heart Music Ministries. All Rights Reserved. </a:t>
            </a:r>
            <a:r>
              <a:rPr lang="zh-CN" altLang="en-US"/>
              <a:t>新心音乐事工版权所有</a:t>
            </a:r>
          </a:p>
          <a:p>
            <a:r>
              <a:rPr lang="zh-CN" altLang="en-US"/>
              <a:t>专辑：敬畏祢的荣耀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荣耀的主 </a:t>
            </a:r>
            <a:r>
              <a:rPr lang="en-US" altLang="zh-CN"/>
              <a:t>F</a:t>
            </a:r>
            <a:r>
              <a:rPr lang="zh-CN" altLang="en-US"/>
              <a:t>调</a:t>
            </a:r>
          </a:p>
          <a:p>
            <a:r>
              <a:rPr lang="en-US" altLang="zh-CN"/>
              <a:t>V1 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https://newheartmusic.blob.core.windows.net/newheartmusic/PPT/M6_OurGloriousLord_16x9_s.pptx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https://www.youtube.com/watch?v=A1fi_d3zuT8</a:t>
            </a:r>
          </a:p>
          <a:p>
            <a:r>
              <a:rPr lang="zh-CN" altLang="en-US"/>
              <a:t>词曲：余远淳 </a:t>
            </a:r>
            <a:r>
              <a:rPr lang="en-US" altLang="zh-CN"/>
              <a:t>Yenn Chwen Er</a:t>
            </a:r>
          </a:p>
          <a:p>
            <a:r>
              <a:rPr lang="en-US" altLang="zh-CN"/>
              <a:t>© 2005 New Heart Music Ministries. All Rights Reserved. </a:t>
            </a:r>
            <a:r>
              <a:rPr lang="zh-CN" altLang="en-US"/>
              <a:t>新心音乐事工版权所有</a:t>
            </a:r>
          </a:p>
          <a:p>
            <a:r>
              <a:rPr lang="zh-CN" altLang="en-US"/>
              <a:t>专辑：敬畏祢的荣耀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荣耀的主 </a:t>
            </a:r>
            <a:r>
              <a:rPr lang="en-US" altLang="zh-CN"/>
              <a:t>F</a:t>
            </a:r>
            <a:r>
              <a:rPr lang="zh-CN" altLang="en-US"/>
              <a:t>调</a:t>
            </a:r>
          </a:p>
          <a:p>
            <a:r>
              <a:rPr lang="en-US" altLang="zh-CN"/>
              <a:t>V1 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https://newheartmusic.blob.core.windows.net/newheartmusic/PPT/M6_OurGloriousLord_16x9_s.pptx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https://www.youtube.com/watch?v=A1fi_d3zuT8</a:t>
            </a:r>
          </a:p>
          <a:p>
            <a:r>
              <a:rPr lang="zh-CN" altLang="en-US"/>
              <a:t>词曲：余远淳 </a:t>
            </a:r>
            <a:r>
              <a:rPr lang="en-US" altLang="zh-CN"/>
              <a:t>Yenn Chwen Er</a:t>
            </a:r>
          </a:p>
          <a:p>
            <a:r>
              <a:rPr lang="en-US" altLang="zh-CN"/>
              <a:t>© 2005 New Heart Music Ministries. All Rights Reserved. </a:t>
            </a:r>
            <a:r>
              <a:rPr lang="zh-CN" altLang="en-US"/>
              <a:t>新心音乐事工版权所有</a:t>
            </a:r>
          </a:p>
          <a:p>
            <a:r>
              <a:rPr lang="zh-CN" altLang="en-US"/>
              <a:t>专辑：敬畏祢的荣耀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荣耀的主 </a:t>
            </a:r>
            <a:r>
              <a:rPr lang="en-US" altLang="zh-CN"/>
              <a:t>F</a:t>
            </a:r>
            <a:r>
              <a:rPr lang="zh-CN" altLang="en-US"/>
              <a:t>调</a:t>
            </a:r>
          </a:p>
          <a:p>
            <a:r>
              <a:rPr lang="en-US" altLang="zh-CN"/>
              <a:t>V2 </a:t>
            </a: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https://newheartmusic.blob.core.windows.net/newheartmusic/PPT/M6_OurGloriousLord_16x9_s.pptx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https://www.youtube.com/watch?v=A1fi_d3zuT8</a:t>
            </a:r>
          </a:p>
          <a:p>
            <a:r>
              <a:rPr lang="zh-CN" altLang="en-US"/>
              <a:t>词曲：余远淳 </a:t>
            </a:r>
            <a:r>
              <a:rPr lang="en-US" altLang="zh-CN"/>
              <a:t>Yenn Chwen Er</a:t>
            </a:r>
          </a:p>
          <a:p>
            <a:r>
              <a:rPr lang="en-US" altLang="zh-CN"/>
              <a:t>© 2005 New Heart Music Ministries. All Rights Reserved. </a:t>
            </a:r>
            <a:r>
              <a:rPr lang="zh-CN" altLang="en-US"/>
              <a:t>新心音乐事工版权所有</a:t>
            </a:r>
          </a:p>
          <a:p>
            <a:r>
              <a:rPr lang="zh-CN" altLang="en-US"/>
              <a:t>专辑：敬畏祢的荣耀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荣耀的主 </a:t>
            </a:r>
            <a:r>
              <a:rPr lang="en-US" altLang="zh-CN"/>
              <a:t>F</a:t>
            </a:r>
            <a:r>
              <a:rPr lang="zh-CN" altLang="en-US"/>
              <a:t>调</a:t>
            </a:r>
          </a:p>
          <a:p>
            <a:r>
              <a:rPr lang="en-US" altLang="zh-CN"/>
              <a:t>V2 </a:t>
            </a: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https://newheartmusic.blob.core.windows.net/newheartmusic/PPT/M6_OurGloriousLord_16x9_s.pptx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https://www.youtube.com/watch?v=A1fi_d3zuT8</a:t>
            </a:r>
          </a:p>
          <a:p>
            <a:r>
              <a:rPr lang="zh-CN" altLang="en-US"/>
              <a:t>词曲：余远淳 </a:t>
            </a:r>
            <a:r>
              <a:rPr lang="en-US" altLang="zh-CN"/>
              <a:t>Yenn Chwen Er</a:t>
            </a:r>
          </a:p>
          <a:p>
            <a:r>
              <a:rPr lang="en-US" altLang="zh-CN"/>
              <a:t>© 2005 New Heart Music Ministries. All Rights Reserved. </a:t>
            </a:r>
            <a:r>
              <a:rPr lang="zh-CN" altLang="en-US"/>
              <a:t>新心音乐事工版权所有</a:t>
            </a:r>
          </a:p>
          <a:p>
            <a:r>
              <a:rPr lang="zh-CN" altLang="en-US"/>
              <a:t>专辑：敬畏祢的荣耀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荣耀的主 </a:t>
            </a:r>
            <a:r>
              <a:rPr lang="en-US" altLang="zh-CN"/>
              <a:t>F</a:t>
            </a:r>
            <a:r>
              <a:rPr lang="zh-CN" altLang="en-US"/>
              <a:t>调</a:t>
            </a:r>
          </a:p>
          <a:p>
            <a:r>
              <a:rPr lang="en-US" altLang="zh-CN"/>
              <a:t>V2 </a:t>
            </a: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https://newheartmusic.blob.core.windows.net/newheartmusic/PPT/M6_OurGloriousLord_16x9_s.pptx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https://www.youtube.com/watch?v=A1fi_d3zuT8</a:t>
            </a:r>
          </a:p>
          <a:p>
            <a:r>
              <a:rPr lang="zh-CN" altLang="en-US"/>
              <a:t>词曲：余远淳 </a:t>
            </a:r>
            <a:r>
              <a:rPr lang="en-US" altLang="zh-CN"/>
              <a:t>Yenn Chwen Er</a:t>
            </a:r>
          </a:p>
          <a:p>
            <a:r>
              <a:rPr lang="en-US" altLang="zh-CN"/>
              <a:t>© 2005 New Heart Music Ministries. All Rights Reserved. </a:t>
            </a:r>
            <a:r>
              <a:rPr lang="zh-CN" altLang="en-US"/>
              <a:t>新心音乐事工版权所有</a:t>
            </a:r>
          </a:p>
          <a:p>
            <a:r>
              <a:rPr lang="zh-CN" altLang="en-US"/>
              <a:t>专辑：敬畏祢的荣耀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荣耀的主 </a:t>
            </a:r>
            <a:r>
              <a:rPr lang="en-US" altLang="zh-CN"/>
              <a:t>F</a:t>
            </a:r>
            <a:r>
              <a:rPr lang="zh-CN" altLang="en-US"/>
              <a:t>调</a:t>
            </a:r>
          </a:p>
          <a:p>
            <a:r>
              <a:rPr lang="en-US" altLang="zh-CN"/>
              <a:t>V2 </a:t>
            </a: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https://newheartmusic.blob.core.windows.net/newheartmusic/PPT/M6_OurGloriousLord_16x9_s.pptx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https://www.youtube.com/watch?v=A1fi_d3zuT8</a:t>
            </a:r>
          </a:p>
          <a:p>
            <a:r>
              <a:rPr lang="zh-CN" altLang="en-US"/>
              <a:t>词曲：余远淳 </a:t>
            </a:r>
            <a:r>
              <a:rPr lang="en-US" altLang="zh-CN"/>
              <a:t>Yenn Chwen Er</a:t>
            </a:r>
          </a:p>
          <a:p>
            <a:r>
              <a:rPr lang="en-US" altLang="zh-CN"/>
              <a:t>© 2005 New Heart Music Ministries. All Rights Reserved. </a:t>
            </a:r>
            <a:r>
              <a:rPr lang="zh-CN" altLang="en-US"/>
              <a:t>新心音乐事工版权所有</a:t>
            </a:r>
          </a:p>
          <a:p>
            <a:r>
              <a:rPr lang="zh-CN" altLang="en-US"/>
              <a:t>专辑：敬畏祢的荣耀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76257-3920-9C4F-D8FE-F3B7AE6A2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C52936-B3A9-C896-AF53-174242630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4D4B23-4B7C-417A-CEF3-FB0ED65F9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荣耀的主 </a:t>
            </a:r>
            <a:r>
              <a:rPr lang="en-US" altLang="zh-CN"/>
              <a:t>F</a:t>
            </a:r>
            <a:r>
              <a:rPr lang="zh-CN" altLang="en-US"/>
              <a:t>调</a:t>
            </a:r>
          </a:p>
          <a:p>
            <a:r>
              <a:rPr lang="en-US" altLang="zh-CN"/>
              <a:t>V2 </a:t>
            </a: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https://newheartmusic.blob.core.windows.net/newheartmusic/PPT/M6_OurGloriousLord_16x9_s.pptx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https://www.youtube.com/watch?v=A1fi_d3zuT8</a:t>
            </a:r>
          </a:p>
          <a:p>
            <a:r>
              <a:rPr lang="zh-CN" altLang="en-US"/>
              <a:t>词曲：余远淳 </a:t>
            </a:r>
            <a:r>
              <a:rPr lang="en-US" altLang="zh-CN"/>
              <a:t>Yenn Chwen Er</a:t>
            </a:r>
          </a:p>
          <a:p>
            <a:r>
              <a:rPr lang="en-US" altLang="zh-CN"/>
              <a:t>© 2005 New Heart Music Ministries. All Rights Reserved. </a:t>
            </a:r>
            <a:r>
              <a:rPr lang="zh-CN" altLang="en-US"/>
              <a:t>新心音乐事工版权所有</a:t>
            </a:r>
          </a:p>
          <a:p>
            <a:r>
              <a:rPr lang="zh-CN" altLang="en-US"/>
              <a:t>专辑：敬畏祢的荣耀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A198E-0C33-0895-E49F-2B8A8AB6175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47326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5A3A9-DFE8-359E-3DBC-CBE970E0B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EFEB7D-333E-4E27-940D-DE972D376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A0DC59-1FA4-30A7-2A86-A9EB1834E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荣耀的主 </a:t>
            </a:r>
            <a:r>
              <a:rPr lang="en-US" altLang="zh-CN"/>
              <a:t>F</a:t>
            </a:r>
            <a:r>
              <a:rPr lang="zh-CN" altLang="en-US"/>
              <a:t>调</a:t>
            </a:r>
          </a:p>
          <a:p>
            <a:r>
              <a:rPr lang="en-US" altLang="zh-CN"/>
              <a:t>V2 </a:t>
            </a: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https://newheartmusic.blob.core.windows.net/newheartmusic/PPT/M6_OurGloriousLord_16x9_s.pptx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https://www.youtube.com/watch?v=A1fi_d3zuT8</a:t>
            </a:r>
          </a:p>
          <a:p>
            <a:r>
              <a:rPr lang="zh-CN" altLang="en-US"/>
              <a:t>词曲：余远淳 </a:t>
            </a:r>
            <a:r>
              <a:rPr lang="en-US" altLang="zh-CN"/>
              <a:t>Yenn Chwen Er</a:t>
            </a:r>
          </a:p>
          <a:p>
            <a:r>
              <a:rPr lang="en-US" altLang="zh-CN"/>
              <a:t>© 2005 New Heart Music Ministries. All Rights Reserved. </a:t>
            </a:r>
            <a:r>
              <a:rPr lang="zh-CN" altLang="en-US"/>
              <a:t>新心音乐事工版权所有</a:t>
            </a:r>
          </a:p>
          <a:p>
            <a:r>
              <a:rPr lang="zh-CN" altLang="en-US"/>
              <a:t>专辑：敬畏祢的荣耀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BC633E-17F3-7833-D0DD-B002FAE2A5B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10476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荣耀的主 </a:t>
            </a:r>
            <a:r>
              <a:rPr lang="en-US" altLang="zh-CN"/>
              <a:t>F</a:t>
            </a:r>
            <a:r>
              <a:rPr lang="zh-CN" altLang="en-US"/>
              <a:t>调</a:t>
            </a:r>
          </a:p>
          <a:p>
            <a:r>
              <a:rPr lang="en-US" altLang="zh-CN"/>
              <a:t>End </a:t>
            </a:r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、</a:t>
            </a:r>
            <a:r>
              <a:rPr lang="en-US" altLang="zh-CN"/>
              <a:t>5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https://newheartmusic.blob.core.windows.net/newheartmusic/PPT/M6_OurGloriousLord_16x9_s.pptx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https://www.youtube.com/watch?v=A1fi_d3zuT8</a:t>
            </a:r>
          </a:p>
          <a:p>
            <a:r>
              <a:rPr lang="zh-CN" altLang="en-US"/>
              <a:t>词曲：余远淳 </a:t>
            </a:r>
            <a:r>
              <a:rPr lang="en-US" altLang="zh-CN"/>
              <a:t>Yenn Chwen Er</a:t>
            </a:r>
          </a:p>
          <a:p>
            <a:r>
              <a:rPr lang="en-US" altLang="zh-CN"/>
              <a:t>© 2005 New Heart Music Ministries. All Rights Reserved. </a:t>
            </a:r>
            <a:r>
              <a:rPr lang="zh-CN" altLang="en-US"/>
              <a:t>新心音乐事工版权所有</a:t>
            </a:r>
          </a:p>
          <a:p>
            <a:r>
              <a:rPr lang="zh-CN" altLang="en-US"/>
              <a:t>专辑：敬畏祢的荣耀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诗篇 </a:t>
            </a:r>
            <a:r>
              <a:rPr lang="en-US" altLang="zh-CN"/>
              <a:t>90:1–2</a:t>
            </a:r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Scripture text: user-provided service text, carried from the approved project.</a:t>
            </a:r>
          </a:p>
          <a:p>
            <a:r>
              <a:rPr lang="en-US" altLang="zh-CN"/>
              <a:t>Psalm 90 verse boundaries: https://www.bible.com/zh-CN/bible/48/PSA.90.CUNPSS-%25E7%25A5%259E</a:t>
            </a:r>
          </a:p>
          <a:p>
            <a:r>
              <a:rPr lang="en-US" altLang="zh-CN"/>
              <a:t>Background: built-in image_gen, assets/scripture-generation-prompts.json; assets/04_psalm90.png</a:t>
            </a:r>
          </a:p>
          <a:p>
            <a:r>
              <a:rPr lang="en-US" altLang="zh-CN"/>
              <a:t>[/Sources]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诗篇 </a:t>
            </a:r>
            <a:r>
              <a:rPr lang="en-US" altLang="zh-CN"/>
              <a:t>93:1–2</a:t>
            </a:r>
          </a:p>
          <a:p>
            <a:r>
              <a:rPr lang="en-US" altLang="zh-CN"/>
              <a:t>[Sources]</a:t>
            </a:r>
          </a:p>
          <a:p>
            <a:r>
              <a:rPr lang="en-US" altLang="zh-CN"/>
              <a:t>Scripture text: user-provided service text, carried from the approved project.</a:t>
            </a:r>
          </a:p>
          <a:p>
            <a:r>
              <a:rPr lang="en-US" altLang="zh-CN"/>
              <a:t>Psalm 90 verse boundaries: https://www.bible.com/zh-CN/bible/48/PSA.90.CUNPSS-%25E7%25A5%259E</a:t>
            </a:r>
          </a:p>
          <a:p>
            <a:r>
              <a:rPr lang="en-US" altLang="zh-CN"/>
              <a:t>Background: built-in image_gen, assets/scripture-generation-prompts.json; assets/05_psalm93.png</a:t>
            </a:r>
          </a:p>
          <a:p>
            <a:r>
              <a:rPr lang="en-US" altLang="zh-CN"/>
              <a:t>[/Sources]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从亘古到永远 </a:t>
            </a:r>
            <a:r>
              <a:rPr lang="en-US" altLang="zh-CN"/>
              <a:t>C</a:t>
            </a:r>
            <a:r>
              <a:rPr lang="zh-CN" altLang="en-US"/>
              <a:t>调</a:t>
            </a:r>
          </a:p>
          <a:p>
            <a:r>
              <a:rPr lang="en-US" altLang="zh-CN"/>
              <a:t>V1 </a:t>
            </a:r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https://www.youtube.com/watch?v=4u_UQ4OQdTw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https://www.youtube.com/watch?v=HTbjglnML_Q</a:t>
            </a:r>
          </a:p>
          <a:p>
            <a:r>
              <a:rPr lang="zh-CN" altLang="en-US"/>
              <a:t>词曲：施弘美 </a:t>
            </a:r>
            <a:r>
              <a:rPr lang="en-US" altLang="zh-CN"/>
              <a:t>Tiffany Wang</a:t>
            </a:r>
          </a:p>
          <a:p>
            <a:r>
              <a:rPr lang="en-US" altLang="zh-CN"/>
              <a:t>© 2013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专辑：天开了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从亘古到永远 </a:t>
            </a:r>
            <a:r>
              <a:rPr lang="en-US" altLang="zh-CN"/>
              <a:t>C</a:t>
            </a:r>
            <a:r>
              <a:rPr lang="zh-CN" altLang="en-US"/>
              <a:t>调</a:t>
            </a:r>
          </a:p>
          <a:p>
            <a:r>
              <a:rPr lang="en-US" altLang="zh-CN"/>
              <a:t>V1 </a:t>
            </a:r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https://www.youtube.com/watch?v=4u_UQ4OQdTw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https://www.youtube.com/watch?v=HTbjglnML_Q</a:t>
            </a:r>
          </a:p>
          <a:p>
            <a:r>
              <a:rPr lang="zh-CN" altLang="en-US"/>
              <a:t>词曲：施弘美 </a:t>
            </a:r>
            <a:r>
              <a:rPr lang="en-US" altLang="zh-CN"/>
              <a:t>Tiffany Wang</a:t>
            </a:r>
          </a:p>
          <a:p>
            <a:r>
              <a:rPr lang="en-US" altLang="zh-CN"/>
              <a:t>© 2013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专辑：天开了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从亘古到永远 </a:t>
            </a:r>
            <a:r>
              <a:rPr lang="en-US" altLang="zh-CN"/>
              <a:t>C</a:t>
            </a:r>
            <a:r>
              <a:rPr lang="zh-CN" altLang="en-US"/>
              <a:t>调</a:t>
            </a:r>
          </a:p>
          <a:p>
            <a:r>
              <a:rPr lang="en-US" altLang="zh-CN"/>
              <a:t>V1 </a:t>
            </a:r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https://www.youtube.com/watch?v=4u_UQ4OQdTw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https://www.youtube.com/watch?v=HTbjglnML_Q</a:t>
            </a:r>
          </a:p>
          <a:p>
            <a:r>
              <a:rPr lang="zh-CN" altLang="en-US"/>
              <a:t>词曲：施弘美 </a:t>
            </a:r>
            <a:r>
              <a:rPr lang="en-US" altLang="zh-CN"/>
              <a:t>Tiffany Wang</a:t>
            </a:r>
          </a:p>
          <a:p>
            <a:r>
              <a:rPr lang="en-US" altLang="zh-CN"/>
              <a:t>© 2013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专辑：天开了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751DB-3E18-A7FB-2664-C65BBC796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E0E16-2D0D-B427-2D7F-A843827F5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D34122-BC1D-9037-D7D1-F5C59F58A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从亘古到永远 </a:t>
            </a:r>
            <a:r>
              <a:rPr lang="en-US" altLang="zh-CN"/>
              <a:t>C</a:t>
            </a:r>
            <a:r>
              <a:rPr lang="zh-CN" altLang="en-US"/>
              <a:t>调</a:t>
            </a:r>
          </a:p>
          <a:p>
            <a:r>
              <a:rPr lang="en-US" altLang="zh-CN"/>
              <a:t>V2 </a:t>
            </a: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https://www.youtube.com/watch?v=4u_UQ4OQdTw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https://www.youtube.com/watch?v=HTbjglnML_Q</a:t>
            </a:r>
          </a:p>
          <a:p>
            <a:r>
              <a:rPr lang="zh-CN" altLang="en-US"/>
              <a:t>词曲：施弘美 </a:t>
            </a:r>
            <a:r>
              <a:rPr lang="en-US" altLang="zh-CN"/>
              <a:t>Tiffany Wang</a:t>
            </a:r>
          </a:p>
          <a:p>
            <a:r>
              <a:rPr lang="en-US" altLang="zh-CN"/>
              <a:t>© 2013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专辑：天开了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DE8FB-2830-2D82-45B4-61E8B42BE8A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42004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BB3F6-B027-0FA7-6C41-40339BFFB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C5ADA-EC67-E9EA-8A80-2748464CF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215E28-4532-5A6C-F6FE-B7169B9C3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从亘古到永远 </a:t>
            </a:r>
            <a:r>
              <a:rPr lang="en-US" altLang="zh-CN"/>
              <a:t>C</a:t>
            </a:r>
            <a:r>
              <a:rPr lang="zh-CN" altLang="en-US"/>
              <a:t>调</a:t>
            </a:r>
          </a:p>
          <a:p>
            <a:r>
              <a:rPr lang="en-US" altLang="zh-CN"/>
              <a:t>V2 </a:t>
            </a: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https://www.youtube.com/watch?v=4u_UQ4OQdTw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https://www.youtube.com/watch?v=HTbjglnML_Q</a:t>
            </a:r>
          </a:p>
          <a:p>
            <a:r>
              <a:rPr lang="zh-CN" altLang="en-US"/>
              <a:t>词曲：施弘美 </a:t>
            </a:r>
            <a:r>
              <a:rPr lang="en-US" altLang="zh-CN"/>
              <a:t>Tiffany Wang</a:t>
            </a:r>
          </a:p>
          <a:p>
            <a:r>
              <a:rPr lang="en-US" altLang="zh-CN"/>
              <a:t>© 2013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专辑：天开了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FF4B9-9C74-D7CF-7737-6D4DC00052F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932774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E7829-8AC9-64C7-CEA6-290C723C7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54E014-BE42-6B2E-C28A-4FA86BA58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0F2375-6A4D-C4DD-BB59-56874C41E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从亘古到永远 </a:t>
            </a:r>
            <a:r>
              <a:rPr lang="en-US" altLang="zh-CN"/>
              <a:t>C</a:t>
            </a:r>
            <a:r>
              <a:rPr lang="zh-CN" altLang="en-US"/>
              <a:t>调</a:t>
            </a:r>
          </a:p>
          <a:p>
            <a:r>
              <a:rPr lang="en-US" altLang="zh-CN"/>
              <a:t>V2 </a:t>
            </a: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https://www.youtube.com/watch?v=4u_UQ4OQdTw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https://www.youtube.com/watch?v=HTbjglnML_Q</a:t>
            </a:r>
          </a:p>
          <a:p>
            <a:r>
              <a:rPr lang="zh-CN" altLang="en-US"/>
              <a:t>词曲：施弘美 </a:t>
            </a:r>
            <a:r>
              <a:rPr lang="en-US" altLang="zh-CN"/>
              <a:t>Tiffany Wang</a:t>
            </a:r>
          </a:p>
          <a:p>
            <a:r>
              <a:rPr lang="en-US" altLang="zh-CN"/>
              <a:t>© 2013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专辑：天开了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3894F-605E-4017-205F-D0CF60133D9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6876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从亘古到永远 </a:t>
            </a:r>
            <a:r>
              <a:rPr lang="en-US" altLang="zh-CN"/>
              <a:t>C</a:t>
            </a:r>
            <a:r>
              <a:rPr lang="zh-CN" altLang="en-US"/>
              <a:t>调</a:t>
            </a:r>
          </a:p>
          <a:p>
            <a:r>
              <a:rPr lang="en-US" altLang="zh-CN"/>
              <a:t>C 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https://www.youtube.com/watch?v=4u_UQ4OQdTw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https://www.youtube.com/watch?v=HTbjglnML_Q</a:t>
            </a:r>
          </a:p>
          <a:p>
            <a:r>
              <a:rPr lang="zh-CN" altLang="en-US"/>
              <a:t>词曲：施弘美 </a:t>
            </a:r>
            <a:r>
              <a:rPr lang="en-US" altLang="zh-CN"/>
              <a:t>Tiffany Wang</a:t>
            </a:r>
          </a:p>
          <a:p>
            <a:r>
              <a:rPr lang="en-US" altLang="zh-CN"/>
              <a:t>© 2013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专辑：天开了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从亘古到永远 </a:t>
            </a:r>
            <a:r>
              <a:rPr lang="en-US" altLang="zh-CN"/>
              <a:t>C</a:t>
            </a:r>
            <a:r>
              <a:rPr lang="zh-CN" altLang="en-US"/>
              <a:t>调</a:t>
            </a:r>
          </a:p>
          <a:p>
            <a:r>
              <a:rPr lang="en-US" altLang="zh-CN"/>
              <a:t>C 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https://www.youtube.com/watch?v=4u_UQ4OQdTw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https://www.youtube.com/watch?v=HTbjglnML_Q</a:t>
            </a:r>
          </a:p>
          <a:p>
            <a:r>
              <a:rPr lang="zh-CN" altLang="en-US"/>
              <a:t>词曲：施弘美 </a:t>
            </a:r>
            <a:r>
              <a:rPr lang="en-US" altLang="zh-CN"/>
              <a:t>Tiffany Wang</a:t>
            </a:r>
          </a:p>
          <a:p>
            <a:r>
              <a:rPr lang="en-US" altLang="zh-CN"/>
              <a:t>© 2013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专辑：天开了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从亘古到永远 </a:t>
            </a:r>
            <a:r>
              <a:rPr lang="en-US" altLang="zh-CN"/>
              <a:t>C</a:t>
            </a:r>
            <a:r>
              <a:rPr lang="zh-CN" altLang="en-US"/>
              <a:t>调</a:t>
            </a:r>
          </a:p>
          <a:p>
            <a:r>
              <a:rPr lang="en-US" altLang="zh-CN"/>
              <a:t>C 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https://www.youtube.com/watch?v=4u_UQ4OQdTw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https://www.youtube.com/watch?v=HTbjglnML_Q</a:t>
            </a:r>
          </a:p>
          <a:p>
            <a:r>
              <a:rPr lang="zh-CN" altLang="en-US"/>
              <a:t>词曲：施弘美 </a:t>
            </a:r>
            <a:r>
              <a:rPr lang="en-US" altLang="zh-CN"/>
              <a:t>Tiffany Wang</a:t>
            </a:r>
          </a:p>
          <a:p>
            <a:r>
              <a:rPr lang="en-US" altLang="zh-CN"/>
              <a:t>© 2013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专辑：天开了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D47E7-13D0-81BE-89CB-E81C2BB2A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D6AC21-C3CB-5D66-3CE4-F25E0C9224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912869-1569-03E8-154A-223958FBD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从亘古到永远 </a:t>
            </a:r>
            <a:r>
              <a:rPr lang="en-US" altLang="zh-CN"/>
              <a:t>C</a:t>
            </a:r>
            <a:r>
              <a:rPr lang="zh-CN" altLang="en-US"/>
              <a:t>调</a:t>
            </a:r>
          </a:p>
          <a:p>
            <a:r>
              <a:rPr lang="en-US" altLang="zh-CN"/>
              <a:t>V1 </a:t>
            </a:r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https://www.youtube.com/watch?v=4u_UQ4OQdTw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https://www.youtube.com/watch?v=HTbjglnML_Q</a:t>
            </a:r>
          </a:p>
          <a:p>
            <a:r>
              <a:rPr lang="zh-CN" altLang="en-US"/>
              <a:t>词曲：施弘美 </a:t>
            </a:r>
            <a:r>
              <a:rPr lang="en-US" altLang="zh-CN"/>
              <a:t>Tiffany Wang</a:t>
            </a:r>
          </a:p>
          <a:p>
            <a:r>
              <a:rPr lang="en-US" altLang="zh-CN"/>
              <a:t>© 2013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专辑：天开了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D1FA3-C997-0581-3D20-3EBBDF59FB8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04348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1E1E9-9437-6B4B-2F0B-AEE10A1DE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F7D6EB-45A4-F33D-7C8E-27E1031B7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D40372-4D66-29CC-01F9-A1E73A1C9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从亘古到永远 </a:t>
            </a:r>
            <a:r>
              <a:rPr lang="en-US" altLang="zh-CN"/>
              <a:t>C</a:t>
            </a:r>
            <a:r>
              <a:rPr lang="zh-CN" altLang="en-US"/>
              <a:t>调</a:t>
            </a:r>
          </a:p>
          <a:p>
            <a:r>
              <a:rPr lang="en-US" altLang="zh-CN"/>
              <a:t>V1 </a:t>
            </a:r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https://www.youtube.com/watch?v=4u_UQ4OQdTw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https://www.youtube.com/watch?v=HTbjglnML_Q</a:t>
            </a:r>
          </a:p>
          <a:p>
            <a:r>
              <a:rPr lang="zh-CN" altLang="en-US"/>
              <a:t>词曲：施弘美 </a:t>
            </a:r>
            <a:r>
              <a:rPr lang="en-US" altLang="zh-CN"/>
              <a:t>Tiffany Wang</a:t>
            </a:r>
          </a:p>
          <a:p>
            <a:r>
              <a:rPr lang="en-US" altLang="zh-CN"/>
              <a:t>© 2013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专辑：天开了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DFB30-C231-00BE-402A-0BC95530588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82776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8800B-AF23-37DC-8DBF-B0AACC9FD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B72A05-4FD4-18FC-5578-DDD8F2749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8997B9-4024-17EF-7FA2-8B2A1E765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从亘古到永远 </a:t>
            </a:r>
            <a:r>
              <a:rPr lang="en-US" altLang="zh-CN"/>
              <a:t>C</a:t>
            </a:r>
            <a:r>
              <a:rPr lang="zh-CN" altLang="en-US"/>
              <a:t>调</a:t>
            </a:r>
          </a:p>
          <a:p>
            <a:r>
              <a:rPr lang="en-US" altLang="zh-CN"/>
              <a:t>V1 </a:t>
            </a:r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https://www.youtube.com/watch?v=4u_UQ4OQdTw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https://www.youtube.com/watch?v=HTbjglnML_Q</a:t>
            </a:r>
          </a:p>
          <a:p>
            <a:r>
              <a:rPr lang="zh-CN" altLang="en-US"/>
              <a:t>词曲：施弘美 </a:t>
            </a:r>
            <a:r>
              <a:rPr lang="en-US" altLang="zh-CN"/>
              <a:t>Tiffany Wang</a:t>
            </a:r>
          </a:p>
          <a:p>
            <a:r>
              <a:rPr lang="en-US" altLang="zh-CN"/>
              <a:t>© 2013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专辑：天开了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4704EF-FD1D-FD97-9B29-FD5B717FF9E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96029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从亘古到永远 </a:t>
            </a:r>
            <a:r>
              <a:rPr lang="en-US" altLang="zh-CN"/>
              <a:t>C</a:t>
            </a:r>
            <a:r>
              <a:rPr lang="zh-CN" altLang="en-US"/>
              <a:t>调</a:t>
            </a:r>
          </a:p>
          <a:p>
            <a:r>
              <a:rPr lang="en-US" altLang="zh-CN"/>
              <a:t>V2 </a:t>
            </a: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https://www.youtube.com/watch?v=4u_UQ4OQdTw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https://www.youtube.com/watch?v=HTbjglnML_Q</a:t>
            </a:r>
          </a:p>
          <a:p>
            <a:r>
              <a:rPr lang="zh-CN" altLang="en-US"/>
              <a:t>词曲：施弘美 </a:t>
            </a:r>
            <a:r>
              <a:rPr lang="en-US" altLang="zh-CN"/>
              <a:t>Tiffany Wang</a:t>
            </a:r>
          </a:p>
          <a:p>
            <a:r>
              <a:rPr lang="en-US" altLang="zh-CN"/>
              <a:t>© 2013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专辑：天开了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从亘古到永远 </a:t>
            </a:r>
            <a:r>
              <a:rPr lang="en-US" altLang="zh-CN"/>
              <a:t>C</a:t>
            </a:r>
            <a:r>
              <a:rPr lang="zh-CN" altLang="en-US"/>
              <a:t>调</a:t>
            </a:r>
          </a:p>
          <a:p>
            <a:r>
              <a:rPr lang="en-US" altLang="zh-CN"/>
              <a:t>V2 </a:t>
            </a: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https://www.youtube.com/watch?v=4u_UQ4OQdTw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https://www.youtube.com/watch?v=HTbjglnML_Q</a:t>
            </a:r>
          </a:p>
          <a:p>
            <a:r>
              <a:rPr lang="zh-CN" altLang="en-US"/>
              <a:t>词曲：施弘美 </a:t>
            </a:r>
            <a:r>
              <a:rPr lang="en-US" altLang="zh-CN"/>
              <a:t>Tiffany Wang</a:t>
            </a:r>
          </a:p>
          <a:p>
            <a:r>
              <a:rPr lang="en-US" altLang="zh-CN"/>
              <a:t>© 2013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专辑：天开了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从亘古到永远 </a:t>
            </a:r>
            <a:r>
              <a:rPr lang="en-US" altLang="zh-CN"/>
              <a:t>C</a:t>
            </a:r>
            <a:r>
              <a:rPr lang="zh-CN" altLang="en-US"/>
              <a:t>调</a:t>
            </a:r>
          </a:p>
          <a:p>
            <a:r>
              <a:rPr lang="en-US" altLang="zh-CN"/>
              <a:t>V2 </a:t>
            </a: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https://www.youtube.com/watch?v=4u_UQ4OQdTw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https://www.youtube.com/watch?v=HTbjglnML_Q</a:t>
            </a:r>
          </a:p>
          <a:p>
            <a:r>
              <a:rPr lang="zh-CN" altLang="en-US"/>
              <a:t>词曲：施弘美 </a:t>
            </a:r>
            <a:r>
              <a:rPr lang="en-US" altLang="zh-CN"/>
              <a:t>Tiffany Wang</a:t>
            </a:r>
          </a:p>
          <a:p>
            <a:r>
              <a:rPr lang="en-US" altLang="zh-CN"/>
              <a:t>© 2013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专辑：天开了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从亘古到永远 </a:t>
            </a:r>
            <a:r>
              <a:rPr lang="en-US" altLang="zh-CN"/>
              <a:t>C</a:t>
            </a:r>
            <a:r>
              <a:rPr lang="zh-CN" altLang="en-US"/>
              <a:t>调</a:t>
            </a:r>
          </a:p>
          <a:p>
            <a:r>
              <a:rPr lang="en-US" altLang="zh-CN"/>
              <a:t>C </a:t>
            </a:r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https://www.youtube.com/watch?v=4u_UQ4OQdTw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https://www.youtube.com/watch?v=HTbjglnML_Q</a:t>
            </a:r>
          </a:p>
          <a:p>
            <a:r>
              <a:rPr lang="zh-CN" altLang="en-US"/>
              <a:t>词曲：施弘美 </a:t>
            </a:r>
            <a:r>
              <a:rPr lang="en-US" altLang="zh-CN"/>
              <a:t>Tiffany Wang</a:t>
            </a:r>
          </a:p>
          <a:p>
            <a:r>
              <a:rPr lang="en-US" altLang="zh-CN"/>
              <a:t>© 2013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专辑：天开了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从亘古到永远 </a:t>
            </a:r>
            <a:r>
              <a:rPr lang="en-US" altLang="zh-CN"/>
              <a:t>C</a:t>
            </a:r>
            <a:r>
              <a:rPr lang="zh-CN" altLang="en-US"/>
              <a:t>调</a:t>
            </a:r>
          </a:p>
          <a:p>
            <a:r>
              <a:rPr lang="en-US" altLang="zh-CN"/>
              <a:t>C </a:t>
            </a:r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https://www.youtube.com/watch?v=4u_UQ4OQdTw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https://www.youtube.com/watch?v=HTbjglnML_Q</a:t>
            </a:r>
          </a:p>
          <a:p>
            <a:r>
              <a:rPr lang="zh-CN" altLang="en-US"/>
              <a:t>词曲：施弘美 </a:t>
            </a:r>
            <a:r>
              <a:rPr lang="en-US" altLang="zh-CN"/>
              <a:t>Tiffany Wang</a:t>
            </a:r>
          </a:p>
          <a:p>
            <a:r>
              <a:rPr lang="en-US" altLang="zh-CN"/>
              <a:t>© 2013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专辑：天开了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从亘古到永远 </a:t>
            </a:r>
            <a:r>
              <a:rPr lang="en-US" altLang="zh-CN"/>
              <a:t>C</a:t>
            </a:r>
            <a:r>
              <a:rPr lang="zh-CN" altLang="en-US"/>
              <a:t>调</a:t>
            </a:r>
          </a:p>
          <a:p>
            <a:r>
              <a:rPr lang="en-US" altLang="zh-CN"/>
              <a:t>C </a:t>
            </a:r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https://www.youtube.com/watch?v=4u_UQ4OQdTw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https://www.youtube.com/watch?v=HTbjglnML_Q</a:t>
            </a:r>
          </a:p>
          <a:p>
            <a:r>
              <a:rPr lang="zh-CN" altLang="en-US"/>
              <a:t>词曲：施弘美 </a:t>
            </a:r>
            <a:r>
              <a:rPr lang="en-US" altLang="zh-CN"/>
              <a:t>Tiffany Wang</a:t>
            </a:r>
          </a:p>
          <a:p>
            <a:r>
              <a:rPr lang="en-US" altLang="zh-CN"/>
              <a:t>© 2013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专辑：天开了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从亘古到永远 </a:t>
            </a:r>
            <a:r>
              <a:rPr lang="en-US" altLang="zh-CN"/>
              <a:t>C</a:t>
            </a:r>
            <a:r>
              <a:rPr lang="zh-CN" altLang="en-US"/>
              <a:t>调</a:t>
            </a:r>
          </a:p>
          <a:p>
            <a:r>
              <a:rPr lang="en-US" altLang="zh-CN"/>
              <a:t>C 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https://www.youtube.com/watch?v=4u_UQ4OQdTw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https://www.youtube.com/watch?v=HTbjglnML_Q</a:t>
            </a:r>
          </a:p>
          <a:p>
            <a:r>
              <a:rPr lang="zh-CN" altLang="en-US"/>
              <a:t>词曲：施弘美 </a:t>
            </a:r>
            <a:r>
              <a:rPr lang="en-US" altLang="zh-CN"/>
              <a:t>Tiffany Wang</a:t>
            </a:r>
          </a:p>
          <a:p>
            <a:r>
              <a:rPr lang="en-US" altLang="zh-CN"/>
              <a:t>© 2013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专辑：天开了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从亘古到永远 </a:t>
            </a:r>
            <a:r>
              <a:rPr lang="en-US" altLang="zh-CN"/>
              <a:t>C</a:t>
            </a:r>
            <a:r>
              <a:rPr lang="zh-CN" altLang="en-US"/>
              <a:t>调</a:t>
            </a:r>
          </a:p>
          <a:p>
            <a:r>
              <a:rPr lang="en-US" altLang="zh-CN"/>
              <a:t>C 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https://www.youtube.com/watch?v=4u_UQ4OQdTw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https://www.youtube.com/watch?v=HTbjglnML_Q</a:t>
            </a:r>
          </a:p>
          <a:p>
            <a:r>
              <a:rPr lang="zh-CN" altLang="en-US"/>
              <a:t>词曲：施弘美 </a:t>
            </a:r>
            <a:r>
              <a:rPr lang="en-US" altLang="zh-CN"/>
              <a:t>Tiffany Wang</a:t>
            </a:r>
          </a:p>
          <a:p>
            <a:r>
              <a:rPr lang="en-US" altLang="zh-CN"/>
              <a:t>© 2013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专辑：天开了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从亘古到永远 </a:t>
            </a:r>
            <a:r>
              <a:rPr lang="en-US" altLang="zh-CN"/>
              <a:t>C</a:t>
            </a:r>
            <a:r>
              <a:rPr lang="zh-CN" altLang="en-US"/>
              <a:t>调</a:t>
            </a:r>
          </a:p>
          <a:p>
            <a:r>
              <a:rPr lang="en-US" altLang="zh-CN"/>
              <a:t>C 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https://www.youtube.com/watch?v=4u_UQ4OQdTw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https://www.youtube.com/watch?v=HTbjglnML_Q</a:t>
            </a:r>
          </a:p>
          <a:p>
            <a:r>
              <a:rPr lang="zh-CN" altLang="en-US"/>
              <a:t>词曲：施弘美 </a:t>
            </a:r>
            <a:r>
              <a:rPr lang="en-US" altLang="zh-CN"/>
              <a:t>Tiffany Wang</a:t>
            </a:r>
          </a:p>
          <a:p>
            <a:r>
              <a:rPr lang="en-US" altLang="zh-CN"/>
              <a:t>© 2013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专辑：天开了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从亘古到永远 </a:t>
            </a:r>
            <a:r>
              <a:rPr lang="en-US" altLang="zh-CN"/>
              <a:t>C</a:t>
            </a:r>
            <a:r>
              <a:rPr lang="zh-CN" altLang="en-US"/>
              <a:t>调</a:t>
            </a:r>
          </a:p>
          <a:p>
            <a:r>
              <a:rPr lang="en-US" altLang="zh-CN"/>
              <a:t>C </a:t>
            </a:r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https://www.youtube.com/watch?v=4u_UQ4OQdTw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https://www.youtube.com/watch?v=HTbjglnML_Q</a:t>
            </a:r>
          </a:p>
          <a:p>
            <a:r>
              <a:rPr lang="zh-CN" altLang="en-US"/>
              <a:t>词曲：施弘美 </a:t>
            </a:r>
            <a:r>
              <a:rPr lang="en-US" altLang="zh-CN"/>
              <a:t>Tiffany Wang</a:t>
            </a:r>
          </a:p>
          <a:p>
            <a:r>
              <a:rPr lang="en-US" altLang="zh-CN"/>
              <a:t>© 2013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专辑：天开了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从亘古到永远 </a:t>
            </a:r>
            <a:r>
              <a:rPr lang="en-US" altLang="zh-CN"/>
              <a:t>C</a:t>
            </a:r>
            <a:r>
              <a:rPr lang="zh-CN" altLang="en-US"/>
              <a:t>调</a:t>
            </a:r>
          </a:p>
          <a:p>
            <a:r>
              <a:rPr lang="en-US" altLang="zh-CN"/>
              <a:t>C </a:t>
            </a:r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https://www.youtube.com/watch?v=4u_UQ4OQdTw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https://www.youtube.com/watch?v=HTbjglnML_Q</a:t>
            </a:r>
          </a:p>
          <a:p>
            <a:r>
              <a:rPr lang="zh-CN" altLang="en-US"/>
              <a:t>词曲：施弘美 </a:t>
            </a:r>
            <a:r>
              <a:rPr lang="en-US" altLang="zh-CN"/>
              <a:t>Tiffany Wang</a:t>
            </a:r>
          </a:p>
          <a:p>
            <a:r>
              <a:rPr lang="en-US" altLang="zh-CN"/>
              <a:t>© 2013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专辑：天开了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从亘古到永远 </a:t>
            </a:r>
            <a:r>
              <a:rPr lang="en-US" altLang="zh-CN"/>
              <a:t>C</a:t>
            </a:r>
            <a:r>
              <a:rPr lang="zh-CN" altLang="en-US"/>
              <a:t>调</a:t>
            </a:r>
          </a:p>
          <a:p>
            <a:r>
              <a:rPr lang="en-US" altLang="zh-CN"/>
              <a:t>C </a:t>
            </a:r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https://www.youtube.com/watch?v=4u_UQ4OQdTw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https://www.youtube.com/watch?v=HTbjglnML_Q</a:t>
            </a:r>
          </a:p>
          <a:p>
            <a:r>
              <a:rPr lang="zh-CN" altLang="en-US"/>
              <a:t>词曲：施弘美 </a:t>
            </a:r>
            <a:r>
              <a:rPr lang="en-US" altLang="zh-CN"/>
              <a:t>Tiffany Wang</a:t>
            </a:r>
          </a:p>
          <a:p>
            <a:r>
              <a:rPr lang="en-US" altLang="zh-CN"/>
              <a:t>© 2013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专辑：天开了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8A430-52F7-EEA6-86BD-76AB94FEE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753AE9-10D7-D90E-714D-B9A196B64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E01E47-3EE3-6265-66AC-26B41B22A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从亘古到永远 </a:t>
            </a:r>
            <a:r>
              <a:rPr lang="en-US" altLang="zh-CN"/>
              <a:t>C</a:t>
            </a:r>
            <a:r>
              <a:rPr lang="zh-CN" altLang="en-US"/>
              <a:t>调</a:t>
            </a:r>
          </a:p>
          <a:p>
            <a:r>
              <a:rPr lang="en-US" altLang="zh-CN"/>
              <a:t>C </a:t>
            </a:r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https://www.youtube.com/watch?v=4u_UQ4OQdTw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https://www.youtube.com/watch?v=HTbjglnML_Q</a:t>
            </a:r>
          </a:p>
          <a:p>
            <a:r>
              <a:rPr lang="zh-CN" altLang="en-US"/>
              <a:t>词曲：施弘美 </a:t>
            </a:r>
            <a:r>
              <a:rPr lang="en-US" altLang="zh-CN"/>
              <a:t>Tiffany Wang</a:t>
            </a:r>
          </a:p>
          <a:p>
            <a:r>
              <a:rPr lang="en-US" altLang="zh-CN"/>
              <a:t>© 2013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专辑：天开了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0F270-BE91-6C06-0E76-7F68FEF1A49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9018237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从亘古到永远 </a:t>
            </a:r>
            <a:r>
              <a:rPr lang="en-US" altLang="zh-CN"/>
              <a:t>C</a:t>
            </a:r>
            <a:r>
              <a:rPr lang="zh-CN" altLang="en-US"/>
              <a:t>调</a:t>
            </a:r>
          </a:p>
          <a:p>
            <a:r>
              <a:rPr lang="en-US" altLang="zh-CN"/>
              <a:t>End </a:t>
            </a:r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https://www.youtube.com/watch?v=4u_UQ4OQdTw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https://www.youtube.com/watch?v=HTbjglnML_Q</a:t>
            </a:r>
          </a:p>
          <a:p>
            <a:r>
              <a:rPr lang="zh-CN" altLang="en-US"/>
              <a:t>词曲：施弘美 </a:t>
            </a:r>
            <a:r>
              <a:rPr lang="en-US" altLang="zh-CN"/>
              <a:t>Tiffany Wang</a:t>
            </a:r>
          </a:p>
          <a:p>
            <a:r>
              <a:rPr lang="en-US" altLang="zh-CN"/>
              <a:t>© 2013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专辑：天开了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祢是信实神 </a:t>
            </a:r>
            <a:r>
              <a:rPr lang="en-US" altLang="zh-CN"/>
              <a:t>A</a:t>
            </a:r>
            <a:r>
              <a:rPr lang="zh-CN" altLang="en-US"/>
              <a:t>调</a:t>
            </a:r>
          </a:p>
          <a:p>
            <a:r>
              <a:rPr lang="en-US" altLang="zh-CN"/>
              <a:t>V1 </a:t>
            </a:r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https://www.rolcc.net/opencart/rolcc/cd09-trial/cd09_05.pdf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https://www.youtube.com/watch?v=eAavTbqO1M8</a:t>
            </a:r>
          </a:p>
          <a:p>
            <a:r>
              <a:rPr lang="zh-CN" altLang="en-US"/>
              <a:t>词曲：黄萱仪 </a:t>
            </a:r>
            <a:r>
              <a:rPr lang="en-US" altLang="zh-CN"/>
              <a:t>Shirley Huang</a:t>
            </a:r>
          </a:p>
          <a:p>
            <a:r>
              <a:rPr lang="en-US" altLang="zh-CN"/>
              <a:t>© 2020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专辑：神已经成就了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祢是信实神 </a:t>
            </a:r>
            <a:r>
              <a:rPr lang="en-US" altLang="zh-CN"/>
              <a:t>A</a:t>
            </a:r>
            <a:r>
              <a:rPr lang="zh-CN" altLang="en-US"/>
              <a:t>调</a:t>
            </a:r>
          </a:p>
          <a:p>
            <a:r>
              <a:rPr lang="en-US" altLang="zh-CN"/>
              <a:t>V1 </a:t>
            </a:r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https://www.rolcc.net/opencart/rolcc/cd09-trial/cd09_05.pdf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https://www.youtube.com/watch?v=eAavTbqO1M8</a:t>
            </a:r>
          </a:p>
          <a:p>
            <a:r>
              <a:rPr lang="zh-CN" altLang="en-US"/>
              <a:t>词曲：黄萱仪 </a:t>
            </a:r>
            <a:r>
              <a:rPr lang="en-US" altLang="zh-CN"/>
              <a:t>Shirley Huang</a:t>
            </a:r>
          </a:p>
          <a:p>
            <a:r>
              <a:rPr lang="en-US" altLang="zh-CN"/>
              <a:t>© 2020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专辑：神已经成就了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祢是信实神 </a:t>
            </a:r>
            <a:r>
              <a:rPr lang="en-US" altLang="zh-CN"/>
              <a:t>A</a:t>
            </a:r>
            <a:r>
              <a:rPr lang="zh-CN" altLang="en-US"/>
              <a:t>调</a:t>
            </a:r>
          </a:p>
          <a:p>
            <a:r>
              <a:rPr lang="en-US" altLang="zh-CN"/>
              <a:t>V2 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https://www.rolcc.net/opencart/rolcc/cd09-trial/cd09_05.pdf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https://www.youtube.com/watch?v=eAavTbqO1M8</a:t>
            </a:r>
          </a:p>
          <a:p>
            <a:r>
              <a:rPr lang="zh-CN" altLang="en-US"/>
              <a:t>词曲：黄萱仪 </a:t>
            </a:r>
            <a:r>
              <a:rPr lang="en-US" altLang="zh-CN"/>
              <a:t>Shirley Huang</a:t>
            </a:r>
          </a:p>
          <a:p>
            <a:r>
              <a:rPr lang="en-US" altLang="zh-CN"/>
              <a:t>© 2020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专辑：神已经成就了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祢是信实神 </a:t>
            </a:r>
            <a:r>
              <a:rPr lang="en-US" altLang="zh-CN"/>
              <a:t>A</a:t>
            </a:r>
            <a:r>
              <a:rPr lang="zh-CN" altLang="en-US"/>
              <a:t>调</a:t>
            </a:r>
          </a:p>
          <a:p>
            <a:r>
              <a:rPr lang="en-US" altLang="zh-CN"/>
              <a:t>V2 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https://www.rolcc.net/opencart/rolcc/cd09-trial/cd09_05.pdf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https://www.youtube.com/watch?v=eAavTbqO1M8</a:t>
            </a:r>
          </a:p>
          <a:p>
            <a:r>
              <a:rPr lang="zh-CN" altLang="en-US"/>
              <a:t>词曲：黄萱仪 </a:t>
            </a:r>
            <a:r>
              <a:rPr lang="en-US" altLang="zh-CN"/>
              <a:t>Shirley Huang</a:t>
            </a:r>
          </a:p>
          <a:p>
            <a:r>
              <a:rPr lang="en-US" altLang="zh-CN"/>
              <a:t>© 2020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专辑：神已经成就了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祢是信实神 </a:t>
            </a:r>
            <a:r>
              <a:rPr lang="en-US" altLang="zh-CN"/>
              <a:t>A</a:t>
            </a:r>
            <a:r>
              <a:rPr lang="zh-CN" altLang="en-US"/>
              <a:t>调</a:t>
            </a:r>
          </a:p>
          <a:p>
            <a:r>
              <a:rPr lang="en-US" altLang="zh-CN"/>
              <a:t>C </a:t>
            </a: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https://www.rolcc.net/opencart/rolcc/cd09-trial/cd09_05.pdf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https://www.youtube.com/watch?v=eAavTbqO1M8</a:t>
            </a:r>
          </a:p>
          <a:p>
            <a:r>
              <a:rPr lang="zh-CN" altLang="en-US"/>
              <a:t>词曲：黄萱仪 </a:t>
            </a:r>
            <a:r>
              <a:rPr lang="en-US" altLang="zh-CN"/>
              <a:t>Shirley Huang</a:t>
            </a:r>
          </a:p>
          <a:p>
            <a:r>
              <a:rPr lang="en-US" altLang="zh-CN"/>
              <a:t>© 2020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专辑：神已经成就了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祢是信实神 </a:t>
            </a:r>
            <a:r>
              <a:rPr lang="en-US" altLang="zh-CN"/>
              <a:t>A</a:t>
            </a:r>
            <a:r>
              <a:rPr lang="zh-CN" altLang="en-US"/>
              <a:t>调</a:t>
            </a:r>
          </a:p>
          <a:p>
            <a:r>
              <a:rPr lang="en-US" altLang="zh-CN"/>
              <a:t>C </a:t>
            </a: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https://www.rolcc.net/opencart/rolcc/cd09-trial/cd09_05.pdf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https://www.youtube.com/watch?v=eAavTbqO1M8</a:t>
            </a:r>
          </a:p>
          <a:p>
            <a:r>
              <a:rPr lang="zh-CN" altLang="en-US"/>
              <a:t>词曲：黄萱仪 </a:t>
            </a:r>
            <a:r>
              <a:rPr lang="en-US" altLang="zh-CN"/>
              <a:t>Shirley Huang</a:t>
            </a:r>
          </a:p>
          <a:p>
            <a:r>
              <a:rPr lang="en-US" altLang="zh-CN"/>
              <a:t>© 2020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专辑：神已经成就了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祢是信实神 </a:t>
            </a:r>
            <a:r>
              <a:rPr lang="en-US" altLang="zh-CN"/>
              <a:t>A</a:t>
            </a:r>
            <a:r>
              <a:rPr lang="zh-CN" altLang="en-US"/>
              <a:t>调</a:t>
            </a:r>
          </a:p>
          <a:p>
            <a:r>
              <a:rPr lang="en-US" altLang="zh-CN"/>
              <a:t>C </a:t>
            </a: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https://www.rolcc.net/opencart/rolcc/cd09-trial/cd09_05.pdf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https://www.youtube.com/watch?v=eAavTbqO1M8</a:t>
            </a:r>
          </a:p>
          <a:p>
            <a:r>
              <a:rPr lang="zh-CN" altLang="en-US"/>
              <a:t>词曲：黄萱仪 </a:t>
            </a:r>
            <a:r>
              <a:rPr lang="en-US" altLang="zh-CN"/>
              <a:t>Shirley Huang</a:t>
            </a:r>
          </a:p>
          <a:p>
            <a:r>
              <a:rPr lang="en-US" altLang="zh-CN"/>
              <a:t>© 2020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专辑：神已经成就了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祢是信实神 </a:t>
            </a:r>
            <a:r>
              <a:rPr lang="en-US" altLang="zh-CN"/>
              <a:t>A</a:t>
            </a:r>
            <a:r>
              <a:rPr lang="zh-CN" altLang="en-US"/>
              <a:t>调</a:t>
            </a:r>
          </a:p>
          <a:p>
            <a:r>
              <a:rPr lang="en-US" altLang="zh-CN"/>
              <a:t>C </a:t>
            </a: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https://www.rolcc.net/opencart/rolcc/cd09-trial/cd09_05.pdf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https://www.youtube.com/watch?v=eAavTbqO1M8</a:t>
            </a:r>
          </a:p>
          <a:p>
            <a:r>
              <a:rPr lang="zh-CN" altLang="en-US"/>
              <a:t>词曲：黄萱仪 </a:t>
            </a:r>
            <a:r>
              <a:rPr lang="en-US" altLang="zh-CN"/>
              <a:t>Shirley Huang</a:t>
            </a:r>
          </a:p>
          <a:p>
            <a:r>
              <a:rPr lang="en-US" altLang="zh-CN"/>
              <a:t>© 2020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专辑：神已经成就了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祢是信实神 </a:t>
            </a:r>
            <a:r>
              <a:rPr lang="en-US" altLang="zh-CN"/>
              <a:t>A</a:t>
            </a:r>
            <a:r>
              <a:rPr lang="zh-CN" altLang="en-US"/>
              <a:t>调</a:t>
            </a:r>
          </a:p>
          <a:p>
            <a:r>
              <a:rPr lang="en-US" altLang="zh-CN"/>
              <a:t>V1 </a:t>
            </a:r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https://www.rolcc.net/opencart/rolcc/cd09-trial/cd09_05.pdf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https://www.youtube.com/watch?v=eAavTbqO1M8</a:t>
            </a:r>
          </a:p>
          <a:p>
            <a:r>
              <a:rPr lang="zh-CN" altLang="en-US"/>
              <a:t>词曲：黄萱仪 </a:t>
            </a:r>
            <a:r>
              <a:rPr lang="en-US" altLang="zh-CN"/>
              <a:t>Shirley Huang</a:t>
            </a:r>
          </a:p>
          <a:p>
            <a:r>
              <a:rPr lang="en-US" altLang="zh-CN"/>
              <a:t>© 2020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专辑：神已经成就了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祢是信实神 </a:t>
            </a:r>
            <a:r>
              <a:rPr lang="en-US" altLang="zh-CN"/>
              <a:t>A</a:t>
            </a:r>
            <a:r>
              <a:rPr lang="zh-CN" altLang="en-US"/>
              <a:t>调</a:t>
            </a:r>
          </a:p>
          <a:p>
            <a:r>
              <a:rPr lang="en-US" altLang="zh-CN"/>
              <a:t>V1 </a:t>
            </a:r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https://www.rolcc.net/opencart/rolcc/cd09-trial/cd09_05.pdf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https://www.youtube.com/watch?v=eAavTbqO1M8</a:t>
            </a:r>
          </a:p>
          <a:p>
            <a:r>
              <a:rPr lang="zh-CN" altLang="en-US"/>
              <a:t>词曲：黄萱仪 </a:t>
            </a:r>
            <a:r>
              <a:rPr lang="en-US" altLang="zh-CN"/>
              <a:t>Shirley Huang</a:t>
            </a:r>
          </a:p>
          <a:p>
            <a:r>
              <a:rPr lang="en-US" altLang="zh-CN"/>
              <a:t>© 2020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专辑：神已经成就了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祢是信实神 </a:t>
            </a:r>
            <a:r>
              <a:rPr lang="en-US" altLang="zh-CN"/>
              <a:t>A</a:t>
            </a:r>
            <a:r>
              <a:rPr lang="zh-CN" altLang="en-US"/>
              <a:t>调</a:t>
            </a:r>
          </a:p>
          <a:p>
            <a:r>
              <a:rPr lang="en-US" altLang="zh-CN"/>
              <a:t>V2 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https://www.rolcc.net/opencart/rolcc/cd09-trial/cd09_05.pdf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https://www.youtube.com/watch?v=eAavTbqO1M8</a:t>
            </a:r>
          </a:p>
          <a:p>
            <a:r>
              <a:rPr lang="zh-CN" altLang="en-US"/>
              <a:t>词曲：黄萱仪 </a:t>
            </a:r>
            <a:r>
              <a:rPr lang="en-US" altLang="zh-CN"/>
              <a:t>Shirley Huang</a:t>
            </a:r>
          </a:p>
          <a:p>
            <a:r>
              <a:rPr lang="en-US" altLang="zh-CN"/>
              <a:t>© 2020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专辑：神已经成就了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祢是信实神 </a:t>
            </a:r>
            <a:r>
              <a:rPr lang="en-US" altLang="zh-CN"/>
              <a:t>A</a:t>
            </a:r>
            <a:r>
              <a:rPr lang="zh-CN" altLang="en-US"/>
              <a:t>调</a:t>
            </a:r>
          </a:p>
          <a:p>
            <a:r>
              <a:rPr lang="en-US" altLang="zh-CN"/>
              <a:t>V2 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https://www.rolcc.net/opencart/rolcc/cd09-trial/cd09_05.pdf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https://www.youtube.com/watch?v=eAavTbqO1M8</a:t>
            </a:r>
          </a:p>
          <a:p>
            <a:r>
              <a:rPr lang="zh-CN" altLang="en-US"/>
              <a:t>词曲：黄萱仪 </a:t>
            </a:r>
            <a:r>
              <a:rPr lang="en-US" altLang="zh-CN"/>
              <a:t>Shirley Huang</a:t>
            </a:r>
          </a:p>
          <a:p>
            <a:r>
              <a:rPr lang="en-US" altLang="zh-CN"/>
              <a:t>© 2020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专辑：神已经成就了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祢是信实神 </a:t>
            </a:r>
            <a:r>
              <a:rPr lang="en-US" altLang="zh-CN"/>
              <a:t>A</a:t>
            </a:r>
            <a:r>
              <a:rPr lang="zh-CN" altLang="en-US"/>
              <a:t>调</a:t>
            </a:r>
          </a:p>
          <a:p>
            <a:r>
              <a:rPr lang="en-US" altLang="zh-CN"/>
              <a:t>C </a:t>
            </a:r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https://www.rolcc.net/opencart/rolcc/cd09-trial/cd09_05.pdf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https://www.youtube.com/watch?v=eAavTbqO1M8</a:t>
            </a:r>
          </a:p>
          <a:p>
            <a:r>
              <a:rPr lang="zh-CN" altLang="en-US"/>
              <a:t>词曲：黄萱仪 </a:t>
            </a:r>
            <a:r>
              <a:rPr lang="en-US" altLang="zh-CN"/>
              <a:t>Shirley Huang</a:t>
            </a:r>
          </a:p>
          <a:p>
            <a:r>
              <a:rPr lang="en-US" altLang="zh-CN"/>
              <a:t>© 2020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专辑：神已经成就了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祢是信实神 </a:t>
            </a:r>
            <a:r>
              <a:rPr lang="en-US" altLang="zh-CN"/>
              <a:t>A</a:t>
            </a:r>
            <a:r>
              <a:rPr lang="zh-CN" altLang="en-US"/>
              <a:t>调</a:t>
            </a:r>
          </a:p>
          <a:p>
            <a:r>
              <a:rPr lang="en-US" altLang="zh-CN"/>
              <a:t>C </a:t>
            </a:r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https://www.rolcc.net/opencart/rolcc/cd09-trial/cd09_05.pdf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https://www.youtube.com/watch?v=eAavTbqO1M8</a:t>
            </a:r>
          </a:p>
          <a:p>
            <a:r>
              <a:rPr lang="zh-CN" altLang="en-US"/>
              <a:t>词曲：黄萱仪 </a:t>
            </a:r>
            <a:r>
              <a:rPr lang="en-US" altLang="zh-CN"/>
              <a:t>Shirley Huang</a:t>
            </a:r>
          </a:p>
          <a:p>
            <a:r>
              <a:rPr lang="en-US" altLang="zh-CN"/>
              <a:t>© 2020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专辑：神已经成就了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祢是信实神 </a:t>
            </a:r>
            <a:r>
              <a:rPr lang="en-US" altLang="zh-CN"/>
              <a:t>A</a:t>
            </a:r>
            <a:r>
              <a:rPr lang="zh-CN" altLang="en-US"/>
              <a:t>调</a:t>
            </a:r>
          </a:p>
          <a:p>
            <a:r>
              <a:rPr lang="en-US" altLang="zh-CN"/>
              <a:t>C </a:t>
            </a:r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https://www.rolcc.net/opencart/rolcc/cd09-trial/cd09_05.pdf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https://www.youtube.com/watch?v=eAavTbqO1M8</a:t>
            </a:r>
          </a:p>
          <a:p>
            <a:r>
              <a:rPr lang="zh-CN" altLang="en-US"/>
              <a:t>词曲：黄萱仪 </a:t>
            </a:r>
            <a:r>
              <a:rPr lang="en-US" altLang="zh-CN"/>
              <a:t>Shirley Huang</a:t>
            </a:r>
          </a:p>
          <a:p>
            <a:r>
              <a:rPr lang="en-US" altLang="zh-CN"/>
              <a:t>© 2020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专辑：神已经成就了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祢是信实神 </a:t>
            </a:r>
            <a:r>
              <a:rPr lang="en-US" altLang="zh-CN"/>
              <a:t>A</a:t>
            </a:r>
            <a:r>
              <a:rPr lang="zh-CN" altLang="en-US"/>
              <a:t>调</a:t>
            </a:r>
          </a:p>
          <a:p>
            <a:r>
              <a:rPr lang="en-US" altLang="zh-CN"/>
              <a:t>C </a:t>
            </a:r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https://www.rolcc.net/opencart/rolcc/cd09-trial/cd09_05.pdf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https://www.youtube.com/watch?v=eAavTbqO1M8</a:t>
            </a:r>
          </a:p>
          <a:p>
            <a:r>
              <a:rPr lang="zh-CN" altLang="en-US"/>
              <a:t>词曲：黄萱仪 </a:t>
            </a:r>
            <a:r>
              <a:rPr lang="en-US" altLang="zh-CN"/>
              <a:t>Shirley Huang</a:t>
            </a:r>
          </a:p>
          <a:p>
            <a:r>
              <a:rPr lang="en-US" altLang="zh-CN"/>
              <a:t>© 2020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专辑：神已经成就了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祢是信实神 </a:t>
            </a:r>
            <a:r>
              <a:rPr lang="en-US" altLang="zh-CN"/>
              <a:t>A</a:t>
            </a:r>
            <a:r>
              <a:rPr lang="zh-CN" altLang="en-US"/>
              <a:t>调</a:t>
            </a:r>
          </a:p>
          <a:p>
            <a:r>
              <a:rPr lang="en-US" altLang="zh-CN"/>
              <a:t>C </a:t>
            </a:r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https://www.rolcc.net/opencart/rolcc/cd09-trial/cd09_05.pdf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https://www.youtube.com/watch?v=eAavTbqO1M8</a:t>
            </a:r>
          </a:p>
          <a:p>
            <a:r>
              <a:rPr lang="zh-CN" altLang="en-US"/>
              <a:t>词曲：黄萱仪 </a:t>
            </a:r>
            <a:r>
              <a:rPr lang="en-US" altLang="zh-CN"/>
              <a:t>Shirley Huang</a:t>
            </a:r>
          </a:p>
          <a:p>
            <a:r>
              <a:rPr lang="en-US" altLang="zh-CN"/>
              <a:t>© 2020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专辑：神已经成就了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祢是信实神 </a:t>
            </a:r>
            <a:r>
              <a:rPr lang="en-US" altLang="zh-CN"/>
              <a:t>A</a:t>
            </a:r>
            <a:r>
              <a:rPr lang="zh-CN" altLang="en-US"/>
              <a:t>调</a:t>
            </a:r>
          </a:p>
          <a:p>
            <a:r>
              <a:rPr lang="en-US" altLang="zh-CN"/>
              <a:t>C </a:t>
            </a:r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https://www.rolcc.net/opencart/rolcc/cd09-trial/cd09_05.pdf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https://www.youtube.com/watch?v=eAavTbqO1M8</a:t>
            </a:r>
          </a:p>
          <a:p>
            <a:r>
              <a:rPr lang="zh-CN" altLang="en-US"/>
              <a:t>词曲：黄萱仪 </a:t>
            </a:r>
            <a:r>
              <a:rPr lang="en-US" altLang="zh-CN"/>
              <a:t>Shirley Huang</a:t>
            </a:r>
          </a:p>
          <a:p>
            <a:r>
              <a:rPr lang="en-US" altLang="zh-CN"/>
              <a:t>© 2020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专辑：神已经成就了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祢是信实神 </a:t>
            </a:r>
            <a:r>
              <a:rPr lang="en-US" altLang="zh-CN"/>
              <a:t>A</a:t>
            </a:r>
            <a:r>
              <a:rPr lang="zh-CN" altLang="en-US"/>
              <a:t>调</a:t>
            </a:r>
          </a:p>
          <a:p>
            <a:r>
              <a:rPr lang="en-US" altLang="zh-CN"/>
              <a:t>C </a:t>
            </a:r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https://www.rolcc.net/opencart/rolcc/cd09-trial/cd09_05.pdf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https://www.youtube.com/watch?v=eAavTbqO1M8</a:t>
            </a:r>
          </a:p>
          <a:p>
            <a:r>
              <a:rPr lang="zh-CN" altLang="en-US"/>
              <a:t>词曲：黄萱仪 </a:t>
            </a:r>
            <a:r>
              <a:rPr lang="en-US" altLang="zh-CN"/>
              <a:t>Shirley Huang</a:t>
            </a:r>
          </a:p>
          <a:p>
            <a:r>
              <a:rPr lang="en-US" altLang="zh-CN"/>
              <a:t>© 2020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专辑：神已经成就了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祢是信实神 </a:t>
            </a:r>
            <a:r>
              <a:rPr lang="en-US" altLang="zh-CN"/>
              <a:t>A</a:t>
            </a:r>
            <a:r>
              <a:rPr lang="zh-CN" altLang="en-US"/>
              <a:t>调</a:t>
            </a:r>
          </a:p>
          <a:p>
            <a:r>
              <a:rPr lang="en-US" altLang="zh-CN"/>
              <a:t>C </a:t>
            </a:r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https://www.rolcc.net/opencart/rolcc/cd09-trial/cd09_05.pdf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https://www.youtube.com/watch?v=eAavTbqO1M8</a:t>
            </a:r>
          </a:p>
          <a:p>
            <a:r>
              <a:rPr lang="zh-CN" altLang="en-US"/>
              <a:t>词曲：黄萱仪 </a:t>
            </a:r>
            <a:r>
              <a:rPr lang="en-US" altLang="zh-CN"/>
              <a:t>Shirley Huang</a:t>
            </a:r>
          </a:p>
          <a:p>
            <a:r>
              <a:rPr lang="en-US" altLang="zh-CN"/>
              <a:t>© 2020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专辑：神已经成就了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598255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08A05-FFC7-3E7C-E380-7F20DFDE6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50E348-92C0-FDD6-1232-B9B6D6A940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4CCF93-F7C8-8CB7-DF98-5B089EC86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2026-09-20 </a:t>
            </a:r>
            <a:r>
              <a:rPr lang="zh-CN" altLang="en-US"/>
              <a:t>主日敬拜</a:t>
            </a:r>
          </a:p>
          <a:p>
            <a:r>
              <a:rPr lang="zh-CN" altLang="en-US"/>
              <a:t>祢是信实神 </a:t>
            </a:r>
            <a:r>
              <a:rPr lang="en-US" altLang="zh-CN"/>
              <a:t>A</a:t>
            </a:r>
            <a:r>
              <a:rPr lang="zh-CN" altLang="en-US"/>
              <a:t>调</a:t>
            </a:r>
          </a:p>
          <a:p>
            <a:r>
              <a:rPr lang="en-US" altLang="zh-CN"/>
              <a:t>C </a:t>
            </a:r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个演唱段落</a:t>
            </a:r>
          </a:p>
          <a:p>
            <a:r>
              <a:rPr lang="zh-CN" altLang="en-US"/>
              <a:t>官方歌词：</a:t>
            </a:r>
            <a:r>
              <a:rPr lang="en-US" altLang="zh-CN"/>
              <a:t>https://www.rolcc.net/opencart/rolcc/cd09-trial/cd09_05.pdf</a:t>
            </a:r>
          </a:p>
          <a:p>
            <a:r>
              <a:rPr lang="zh-CN" altLang="en-US"/>
              <a:t>参考：</a:t>
            </a:r>
            <a:r>
              <a:rPr lang="en-US" altLang="zh-CN"/>
              <a:t>https://www.youtube.com/watch?v=eAavTbqO1M8</a:t>
            </a:r>
          </a:p>
          <a:p>
            <a:r>
              <a:rPr lang="zh-CN" altLang="en-US"/>
              <a:t>词曲：黄萱仪 </a:t>
            </a:r>
            <a:r>
              <a:rPr lang="en-US" altLang="zh-CN"/>
              <a:t>Shirley Huang</a:t>
            </a:r>
          </a:p>
          <a:p>
            <a:r>
              <a:rPr lang="en-US" altLang="zh-CN"/>
              <a:t>© 2020 </a:t>
            </a:r>
            <a:r>
              <a:rPr lang="zh-CN" altLang="en-US"/>
              <a:t>矽谷生命河灵粮堂传播事工 版权所有</a:t>
            </a:r>
          </a:p>
          <a:p>
            <a:r>
              <a:rPr lang="zh-CN" altLang="en-US"/>
              <a:t>专辑：神已经成就了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0AD63-F5C8-AEF6-C4E8-FF9C1AFA64E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9145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CCS_20260916_05_psalm93" type="blank" preserve="1">
  <p:cSld name="PCCS_20260916_05_psalm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背景_诗篇93 · 坚定不动摇_可独立替换">
            <a:extLst>
              <a:ext uri="{FF2B5EF4-FFF2-40B4-BE49-F238E27FC236}">
                <a16:creationId xmlns:a16="http://schemas.microsoft.com/office/drawing/2014/main" id="{6D91CE3C-93BA-FBBD-EED8-DFC8DB4A175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40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CCS_20260916_04_psalm90" type="blank" preserve="1">
  <p:cSld name="PCCS_20260916_04_psalm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背景_诗篇90 · 从亘古到永远_可独立替换">
            <a:extLst>
              <a:ext uri="{FF2B5EF4-FFF2-40B4-BE49-F238E27FC236}">
                <a16:creationId xmlns:a16="http://schemas.microsoft.com/office/drawing/2014/main" id="{3D72DA42-BAA8-DBC9-B263-F7F9FC85A6C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22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CCS_20260916_03_faithful" type="blank" preserve="1">
  <p:cSld name="PCCS_20260916_03_faithf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背景_祢是信实神 · 青草静水_可独立替换">
            <a:extLst>
              <a:ext uri="{FF2B5EF4-FFF2-40B4-BE49-F238E27FC236}">
                <a16:creationId xmlns:a16="http://schemas.microsoft.com/office/drawing/2014/main" id="{A5B3491B-EE99-2C08-7CF2-C38A5EF97E7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79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CCS_20260916_02_everlasting" type="blank" preserve="1">
  <p:cSld name="PCCS_20260916_02_everlas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背景_从亘古到永远 · 山岳长存_可独立替换">
            <a:extLst>
              <a:ext uri="{FF2B5EF4-FFF2-40B4-BE49-F238E27FC236}">
                <a16:creationId xmlns:a16="http://schemas.microsoft.com/office/drawing/2014/main" id="{B05435BC-B292-FC99-C1F1-505FC8DE0BD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084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CCS_20260916_01_glory" type="blank" preserve="1">
  <p:cSld name="PCCS_20260916_01_gl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背景_荣耀的主 · 朝阳彩虹_可独立替换">
            <a:extLst>
              <a:ext uri="{FF2B5EF4-FFF2-40B4-BE49-F238E27FC236}">
                <a16:creationId xmlns:a16="http://schemas.microsoft.com/office/drawing/2014/main" id="{78F22C5B-7110-3088-B916-1E7822D861E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371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4064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  <p:sldLayoutId id="2147483672" r:id="rId3"/>
    <p:sldLayoutId id="2147483671" r:id="rId4"/>
    <p:sldLayoutId id="214748367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词曲：余远淳 </a:t>
            </a: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Yenn Chwen Er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2005 New Heart Music Ministries. All Rights Reserved.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新心音乐事工版权所有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荣耀的主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祢的创造奇妙 祢的能力无限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祢的荣耀我们亲眼看见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  <p:sp>
        <p:nvSpPr>
          <p:cNvPr id="11" name="Song title">
            <a:extLst>
              <a:ext uri="{FF2B5EF4-FFF2-40B4-BE49-F238E27FC236}">
                <a16:creationId xmlns:a16="http://schemas.microsoft.com/office/drawing/2014/main" id="{57205AE4-3D93-0A48-2FD8-E727B08371E6}"/>
              </a:ext>
            </a:extLst>
          </p:cNvPr>
          <p:cNvSpPr>
            <a:spLocks noGrp="1"/>
          </p:cNvSpPr>
          <p:nvPr/>
        </p:nvSpPr>
        <p:spPr>
          <a:xfrm>
            <a:off x="812800" y="381000"/>
            <a:ext cx="105664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4800"/>
              </a:lnSpc>
              <a:defRPr sz="4000" b="0">
                <a:solidFill>
                  <a:srgbClr val="5B3D69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4000" b="0" spc="300">
                <a:solidFill>
                  <a:srgbClr val="5B3D69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荣耀的主</a:t>
            </a:r>
            <a:endParaRPr sz="4000" b="0" spc="300" dirty="0">
              <a:solidFill>
                <a:srgbClr val="5B3D69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2" name="Song title separator_金色细线">
            <a:extLst>
              <a:ext uri="{FF2B5EF4-FFF2-40B4-BE49-F238E27FC236}">
                <a16:creationId xmlns:a16="http://schemas.microsoft.com/office/drawing/2014/main" id="{F787689D-1FEB-9CF0-4EE0-51197B4907FF}"/>
              </a:ext>
            </a:extLst>
          </p:cNvPr>
          <p:cNvSpPr>
            <a:spLocks noGrp="1"/>
          </p:cNvSpPr>
          <p:nvPr/>
        </p:nvSpPr>
        <p:spPr>
          <a:xfrm>
            <a:off x="5486400" y="1168400"/>
            <a:ext cx="1219200" cy="8890"/>
          </a:xfrm>
          <a:prstGeom prst="rect">
            <a:avLst/>
          </a:prstGeom>
          <a:solidFill>
            <a:srgbClr val="B5A18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9032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0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词曲：余远淳 </a:t>
            </a: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Yenn Chwen Er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2005 New Heart Music Ministries. All Rights Reserved.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新心音乐事工版权所有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荣耀的主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灿烂的朝阳 雨后的彩虹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齐来宣称祢是主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410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0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词曲：余远淳 </a:t>
            </a: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Yenn Chwen Er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2005 New Heart Music Ministries. All Rights Reserved.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新心音乐事工版权所有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荣耀的主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祢已升上高天 坐在上帝右边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借着十架的羞辱 换得释放恩典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705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0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词曲：余远淳 </a:t>
            </a: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Yenn Chwen Er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2005 New Heart Music Ministries. All Rights Reserved.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新心音乐事工版权所有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荣耀的主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我要尊崇祢 荣耀的主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耶稣我主 祢永不改变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72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0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词曲：余远淳 </a:t>
            </a: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Yenn Chwen Er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2005 New Heart Music Ministries. All Rights Reserved.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新心音乐事工版权所有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荣耀的主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祢的创造奇妙 祢的能力无限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祢的荣耀我们亲眼看见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249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0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词曲：余远淳 </a:t>
            </a: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Yenn Chwen Er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2005 New Heart Music Ministries. All Rights Reserved.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新心音乐事工版权所有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荣耀的主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灿烂的朝阳 雨后的彩虹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齐来宣称祢是主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75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0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词曲：余远淳 </a:t>
            </a: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Yenn Chwen Er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2005 New Heart Music Ministries. All Rights Reserved.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新心音乐事工版权所有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荣耀的主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祢已升上高天 坐在上帝右边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借着十架的羞辱 换得释放恩典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370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0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词曲：余远淳 </a:t>
            </a: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Yenn Chwen Er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2005 New Heart Music Ministries. All Rights Reserved.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新心音乐事工版权所有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荣耀的主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我要尊崇祢 荣耀的主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耶稣我主 祢永不改变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741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0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词曲：余远淳 </a:t>
            </a: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Yenn Chwen Er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2005 New Heart Music Ministries. All Rights Reserved.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新心音乐事工版权所有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荣耀的主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祢的荣美无限 祢的慈爱不变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愿万有向祢俯伏敬拜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817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词曲：余远淳 </a:t>
            </a: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Yenn Chwen Er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2005 New Heart Music Ministries. All Rights Reserved.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新心音乐事工版权所有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荣耀的主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我要站在山巅 将福音传遍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让世界知道祢是主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70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词曲：余远淳 </a:t>
            </a: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Yenn Chwen Er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2005 New Heart Music Ministries. All Rights Reserved.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新心音乐事工版权所有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荣耀的主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祢已胜过阴间 掌管天地政权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因着一次的顺服 赢得万代纪念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082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词曲：余远淳 </a:t>
            </a: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Yenn Chwen Er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2005 New Heart Music Ministries. All Rights Reserved.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新心音乐事工版权所有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荣耀的主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我要歌颂祢 荣耀的主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一生一世我为祢奉献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5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49723-CD14-3F29-9E06-97E68BA7B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92EAB9BB-C256-7D38-0870-6C7796620D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67B2E36A-FA56-ADDF-54DC-E69DC7C6215F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15329D6A-7E49-2B61-7B6E-EAD4C28C0B12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304D66D3-CDA1-25CC-B8B1-D5385D419D7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4FE0FE04-7BD1-9454-F56F-B9B67BFD8A30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A932E62C-47CD-BBDF-5D92-383679D75186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19189F78-8E05-6BF4-C5AC-BAE329F0D71B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3A51F6D-2724-8EDD-6B79-8D4BA4E3C283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CB32FC51-E8F8-BF75-AAB5-45CE8CE26E34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词曲：余远淳 </a:t>
            </a: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Yenn Chwen Er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2005 New Heart Music Ministries. All Rights Reserved.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新心音乐事工版权所有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4F77D185-B23F-5D4E-A711-039A519842E1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12FCCF42-599B-6733-4EE9-A5194873499E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荣耀的主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>
            <a:extLst>
              <a:ext uri="{FF2B5EF4-FFF2-40B4-BE49-F238E27FC236}">
                <a16:creationId xmlns:a16="http://schemas.microsoft.com/office/drawing/2014/main" id="{328A519D-B689-69B3-BF2B-6ACEFF39A6C9}"/>
              </a:ext>
            </a:extLst>
          </p:cNvPr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祢已胜过阴间 掌管天地政权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因着一次的顺服 赢得万代纪念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13710DB4-D145-970C-F1E4-3F54CFAC8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71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717FD-FC32-EAAF-2495-872D39D0E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B371680C-DECF-F333-486D-CE9955E994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87D5045-6799-C82C-5C66-102FE094D3DC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51CD7664-FB42-E379-239A-D7483DCF6EEA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9D01108-7AED-6AEF-883F-C553DA98CB3D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28B7D4D5-D4DC-C33A-9EB0-069EAC68D332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D8D3C0CE-E9AD-C01F-463B-8F64630D0E61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B51DE209-3190-FBC9-B220-B8DDA817B9FA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CF224940-056C-5D0F-1E4E-F2C586A8A9D2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5A1E7604-B7F7-5F14-182C-1916D6CCD68A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词曲：余远淳 </a:t>
            </a: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Yenn Chwen Er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2005 New Heart Music Ministries. All Rights Reserved.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新心音乐事工版权所有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BC85D286-C94F-0AE9-61BD-35C685815A10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0F92B9E7-CFAD-1D23-218E-A5BBD21E96CC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荣耀的主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>
            <a:extLst>
              <a:ext uri="{FF2B5EF4-FFF2-40B4-BE49-F238E27FC236}">
                <a16:creationId xmlns:a16="http://schemas.microsoft.com/office/drawing/2014/main" id="{C704FE0E-1FE4-DD0E-5287-32E23B688605}"/>
              </a:ext>
            </a:extLst>
          </p:cNvPr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我要歌颂祢 荣耀的主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一生一世我为祢奉献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5E2706A4-C24A-F80E-8356-802DE3347B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717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词曲：余远淳 </a:t>
            </a: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Yenn Chwen Er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2005 New Heart Music Ministries. All Rights Reserved.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新心音乐事工版权所有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荣耀的主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一生一世我为祢奉献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一生一世我为祢奉献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98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cripture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endParaRPr sz="2200" b="0" spc="70" dirty="0">
              <a:solidFill>
                <a:srgbClr val="6B56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  <p:sp>
        <p:nvSpPr>
          <p:cNvPr id="2" name="Scripture title">
            <a:extLst>
              <a:ext uri="{FF2B5EF4-FFF2-40B4-BE49-F238E27FC236}">
                <a16:creationId xmlns:a16="http://schemas.microsoft.com/office/drawing/2014/main" id="{711C97B3-7ECA-F8DE-58A0-E02D07FFF8CF}"/>
              </a:ext>
            </a:extLst>
          </p:cNvPr>
          <p:cNvSpPr>
            <a:spLocks noGrp="1"/>
          </p:cNvSpPr>
          <p:nvPr/>
        </p:nvSpPr>
        <p:spPr>
          <a:xfrm>
            <a:off x="982133" y="254000"/>
            <a:ext cx="10227733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200"/>
              </a:lnSpc>
              <a:defRPr sz="3200" b="1">
                <a:solidFill>
                  <a:srgbClr val="5B3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5B3D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诗篇 90:1–2</a:t>
            </a:r>
          </a:p>
        </p:txBody>
      </p:sp>
      <p:sp>
        <p:nvSpPr>
          <p:cNvPr id="13" name="Scripture body">
            <a:extLst>
              <a:ext uri="{FF2B5EF4-FFF2-40B4-BE49-F238E27FC236}">
                <a16:creationId xmlns:a16="http://schemas.microsoft.com/office/drawing/2014/main" id="{D162B0CA-31CC-BAE0-D771-FFA5C9CEE6E6}"/>
              </a:ext>
            </a:extLst>
          </p:cNvPr>
          <p:cNvSpPr>
            <a:spLocks noGrp="1"/>
          </p:cNvSpPr>
          <p:nvPr/>
        </p:nvSpPr>
        <p:spPr>
          <a:xfrm>
            <a:off x="1320800" y="1143000"/>
            <a:ext cx="9956800" cy="363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600"/>
              </a:lnSpc>
              <a:spcAft>
                <a:spcPts val="800"/>
              </a:spcAft>
              <a:defRPr sz="3800" b="0">
                <a:solidFill>
                  <a:srgbClr val="302733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3800" b="0">
                <a:solidFill>
                  <a:srgbClr val="302733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</a:rPr>
              <a:t>主啊，祢世世代代作我们的居所。</a:t>
            </a:r>
          </a:p>
          <a:p>
            <a:pPr>
              <a:lnSpc>
                <a:spcPts val="4600"/>
              </a:lnSpc>
              <a:defRPr sz="3800" b="0">
                <a:solidFill>
                  <a:srgbClr val="302733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3800" b="0">
                <a:solidFill>
                  <a:srgbClr val="302733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</a:rPr>
              <a:t>诸山未曾生出，</a:t>
            </a:r>
          </a:p>
          <a:p>
            <a:pPr>
              <a:lnSpc>
                <a:spcPts val="4600"/>
              </a:lnSpc>
              <a:defRPr sz="3800" b="0">
                <a:solidFill>
                  <a:srgbClr val="302733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3800" b="0">
                <a:solidFill>
                  <a:srgbClr val="302733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</a:rPr>
              <a:t>地与世界祢未曾造成，</a:t>
            </a:r>
          </a:p>
          <a:p>
            <a:pPr>
              <a:lnSpc>
                <a:spcPts val="4600"/>
              </a:lnSpc>
              <a:defRPr sz="3800" b="0">
                <a:solidFill>
                  <a:srgbClr val="302733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3800" b="0">
                <a:solidFill>
                  <a:srgbClr val="302733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</a:rPr>
              <a:t>从亘古到永远，祢是　神。</a:t>
            </a:r>
            <a:endParaRPr sz="3800" b="0">
              <a:solidFill>
                <a:srgbClr val="302733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</a:endParaRPr>
          </a:p>
        </p:txBody>
      </p:sp>
      <p:sp>
        <p:nvSpPr>
          <p:cNvPr id="17" name="Scripture verse marker">
            <a:extLst>
              <a:ext uri="{FF2B5EF4-FFF2-40B4-BE49-F238E27FC236}">
                <a16:creationId xmlns:a16="http://schemas.microsoft.com/office/drawing/2014/main" id="{B3D2C3A5-27E8-09AF-1DCC-66FC2205BB84}"/>
              </a:ext>
            </a:extLst>
          </p:cNvPr>
          <p:cNvSpPr>
            <a:spLocks noGrp="1"/>
          </p:cNvSpPr>
          <p:nvPr/>
        </p:nvSpPr>
        <p:spPr>
          <a:xfrm>
            <a:off x="829733" y="1219200"/>
            <a:ext cx="338667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00"/>
              </a:lnSpc>
              <a:defRPr sz="1900" b="0">
                <a:solidFill>
                  <a:srgbClr val="8C7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00" b="0">
                <a:solidFill>
                  <a:srgbClr val="8C765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</a:t>
            </a:r>
            <a:endParaRPr sz="1900" b="0">
              <a:solidFill>
                <a:srgbClr val="8C765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8" name="Scripture divider left">
            <a:extLst>
              <a:ext uri="{FF2B5EF4-FFF2-40B4-BE49-F238E27FC236}">
                <a16:creationId xmlns:a16="http://schemas.microsoft.com/office/drawing/2014/main" id="{0EB3BD53-145E-B60D-FE7A-248A0CC7CB69}"/>
              </a:ext>
            </a:extLst>
          </p:cNvPr>
          <p:cNvSpPr>
            <a:spLocks noGrp="1"/>
          </p:cNvSpPr>
          <p:nvPr/>
        </p:nvSpPr>
        <p:spPr>
          <a:xfrm>
            <a:off x="982133" y="952501"/>
            <a:ext cx="10227733" cy="8255"/>
          </a:xfrm>
          <a:prstGeom prst="rect">
            <a:avLst/>
          </a:prstGeom>
          <a:solidFill>
            <a:srgbClr val="B5A18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cripture verse marker 2">
            <a:extLst>
              <a:ext uri="{FF2B5EF4-FFF2-40B4-BE49-F238E27FC236}">
                <a16:creationId xmlns:a16="http://schemas.microsoft.com/office/drawing/2014/main" id="{66A29C88-32FA-D7C8-69FB-658BB494AF01}"/>
              </a:ext>
            </a:extLst>
          </p:cNvPr>
          <p:cNvSpPr>
            <a:spLocks noGrp="1"/>
          </p:cNvSpPr>
          <p:nvPr/>
        </p:nvSpPr>
        <p:spPr>
          <a:xfrm>
            <a:off x="829733" y="1905000"/>
            <a:ext cx="338667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00"/>
              </a:lnSpc>
              <a:defRPr sz="1900" b="0">
                <a:solidFill>
                  <a:srgbClr val="8C7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00" b="0">
                <a:solidFill>
                  <a:srgbClr val="8C765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2</a:t>
            </a:r>
            <a:endParaRPr sz="1900" b="0">
              <a:solidFill>
                <a:srgbClr val="8C765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020216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cripture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endParaRPr sz="2200" b="0" spc="70" dirty="0">
              <a:solidFill>
                <a:srgbClr val="6B56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  <p:sp>
        <p:nvSpPr>
          <p:cNvPr id="2" name="Scripture title">
            <a:extLst>
              <a:ext uri="{FF2B5EF4-FFF2-40B4-BE49-F238E27FC236}">
                <a16:creationId xmlns:a16="http://schemas.microsoft.com/office/drawing/2014/main" id="{631A0116-35A2-BB30-258B-6C2FDA7EBA6D}"/>
              </a:ext>
            </a:extLst>
          </p:cNvPr>
          <p:cNvSpPr>
            <a:spLocks noGrp="1"/>
          </p:cNvSpPr>
          <p:nvPr/>
        </p:nvSpPr>
        <p:spPr>
          <a:xfrm>
            <a:off x="982133" y="254000"/>
            <a:ext cx="10227733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200"/>
              </a:lnSpc>
              <a:defRPr sz="3200" b="1">
                <a:solidFill>
                  <a:srgbClr val="5B3D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5B3D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诗篇 93:1–2</a:t>
            </a:r>
          </a:p>
        </p:txBody>
      </p:sp>
      <p:sp>
        <p:nvSpPr>
          <p:cNvPr id="13" name="Scripture body">
            <a:extLst>
              <a:ext uri="{FF2B5EF4-FFF2-40B4-BE49-F238E27FC236}">
                <a16:creationId xmlns:a16="http://schemas.microsoft.com/office/drawing/2014/main" id="{809487A1-90EA-C5B9-E520-A5D7201000C1}"/>
              </a:ext>
            </a:extLst>
          </p:cNvPr>
          <p:cNvSpPr>
            <a:spLocks noGrp="1"/>
          </p:cNvSpPr>
          <p:nvPr/>
        </p:nvSpPr>
        <p:spPr>
          <a:xfrm>
            <a:off x="1320800" y="1142999"/>
            <a:ext cx="9956800" cy="363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600"/>
              </a:lnSpc>
              <a:defRPr sz="3800" b="0">
                <a:solidFill>
                  <a:srgbClr val="302733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3800" b="0">
                <a:solidFill>
                  <a:srgbClr val="302733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</a:rPr>
              <a:t>耶和华作王！</a:t>
            </a:r>
          </a:p>
          <a:p>
            <a:pPr>
              <a:lnSpc>
                <a:spcPts val="4600"/>
              </a:lnSpc>
              <a:defRPr sz="3800" b="0">
                <a:solidFill>
                  <a:srgbClr val="302733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3800" b="0">
                <a:solidFill>
                  <a:srgbClr val="302733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</a:rPr>
              <a:t>祂以威严为衣穿上；</a:t>
            </a:r>
          </a:p>
          <a:p>
            <a:pPr>
              <a:lnSpc>
                <a:spcPts val="4600"/>
              </a:lnSpc>
              <a:defRPr sz="3800" b="0">
                <a:solidFill>
                  <a:srgbClr val="302733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3800" b="0">
                <a:solidFill>
                  <a:srgbClr val="302733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</a:rPr>
              <a:t>耶和华以能力为衣，以能力束腰，</a:t>
            </a:r>
          </a:p>
          <a:p>
            <a:pPr>
              <a:lnSpc>
                <a:spcPts val="4600"/>
              </a:lnSpc>
              <a:spcAft>
                <a:spcPts val="800"/>
              </a:spcAft>
              <a:defRPr sz="3800" b="0">
                <a:solidFill>
                  <a:srgbClr val="302733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3800" b="0">
                <a:solidFill>
                  <a:srgbClr val="302733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</a:rPr>
              <a:t>世界就坚定，不得动摇。</a:t>
            </a:r>
          </a:p>
          <a:p>
            <a:pPr>
              <a:lnSpc>
                <a:spcPts val="4600"/>
              </a:lnSpc>
              <a:defRPr sz="3800" b="0">
                <a:solidFill>
                  <a:srgbClr val="302733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3800" b="0">
                <a:solidFill>
                  <a:srgbClr val="302733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</a:rPr>
              <a:t>祢的宝座从太初立定；</a:t>
            </a:r>
          </a:p>
          <a:p>
            <a:pPr>
              <a:lnSpc>
                <a:spcPts val="4600"/>
              </a:lnSpc>
              <a:defRPr sz="3800" b="0">
                <a:solidFill>
                  <a:srgbClr val="302733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3800" b="0">
                <a:solidFill>
                  <a:srgbClr val="302733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</a:rPr>
              <a:t>祢从亘古就有。</a:t>
            </a:r>
            <a:endParaRPr sz="3800" b="0">
              <a:solidFill>
                <a:srgbClr val="302733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</a:endParaRPr>
          </a:p>
        </p:txBody>
      </p:sp>
      <p:sp>
        <p:nvSpPr>
          <p:cNvPr id="17" name="Scripture verse marker">
            <a:extLst>
              <a:ext uri="{FF2B5EF4-FFF2-40B4-BE49-F238E27FC236}">
                <a16:creationId xmlns:a16="http://schemas.microsoft.com/office/drawing/2014/main" id="{F6104E48-A7AF-4578-A94C-D818472FE18D}"/>
              </a:ext>
            </a:extLst>
          </p:cNvPr>
          <p:cNvSpPr>
            <a:spLocks noGrp="1"/>
          </p:cNvSpPr>
          <p:nvPr/>
        </p:nvSpPr>
        <p:spPr>
          <a:xfrm>
            <a:off x="829733" y="1219200"/>
            <a:ext cx="338667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00"/>
              </a:lnSpc>
              <a:defRPr sz="1900" b="0">
                <a:solidFill>
                  <a:srgbClr val="8C7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00" b="0">
                <a:solidFill>
                  <a:srgbClr val="8C765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</a:t>
            </a:r>
            <a:endParaRPr sz="1900" b="0">
              <a:solidFill>
                <a:srgbClr val="8C765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  <p:sp>
        <p:nvSpPr>
          <p:cNvPr id="18" name="Scripture divider left">
            <a:extLst>
              <a:ext uri="{FF2B5EF4-FFF2-40B4-BE49-F238E27FC236}">
                <a16:creationId xmlns:a16="http://schemas.microsoft.com/office/drawing/2014/main" id="{6B19AACA-B4DE-62E8-6443-A39F248CD3FC}"/>
              </a:ext>
            </a:extLst>
          </p:cNvPr>
          <p:cNvSpPr>
            <a:spLocks noGrp="1"/>
          </p:cNvSpPr>
          <p:nvPr/>
        </p:nvSpPr>
        <p:spPr>
          <a:xfrm>
            <a:off x="982133" y="952501"/>
            <a:ext cx="10227733" cy="8255"/>
          </a:xfrm>
          <a:prstGeom prst="rect">
            <a:avLst/>
          </a:prstGeom>
          <a:solidFill>
            <a:srgbClr val="B5A18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cripture verse marker 2">
            <a:extLst>
              <a:ext uri="{FF2B5EF4-FFF2-40B4-BE49-F238E27FC236}">
                <a16:creationId xmlns:a16="http://schemas.microsoft.com/office/drawing/2014/main" id="{C248A4D3-2AC5-CA7B-5119-4D27016CB9BD}"/>
              </a:ext>
            </a:extLst>
          </p:cNvPr>
          <p:cNvSpPr>
            <a:spLocks noGrp="1"/>
          </p:cNvSpPr>
          <p:nvPr/>
        </p:nvSpPr>
        <p:spPr>
          <a:xfrm>
            <a:off x="829733" y="3657600"/>
            <a:ext cx="338667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00"/>
              </a:lnSpc>
              <a:defRPr sz="1900" b="0">
                <a:solidFill>
                  <a:srgbClr val="8C7654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00" b="0">
                <a:solidFill>
                  <a:srgbClr val="8C765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2</a:t>
            </a:r>
            <a:endParaRPr sz="1900" b="0">
              <a:solidFill>
                <a:srgbClr val="8C765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93022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词曲：施弘美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Tiffany Wang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2013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主啊 祢世世代代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作我们的居所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  <p:sp>
        <p:nvSpPr>
          <p:cNvPr id="11" name="Song title">
            <a:extLst>
              <a:ext uri="{FF2B5EF4-FFF2-40B4-BE49-F238E27FC236}">
                <a16:creationId xmlns:a16="http://schemas.microsoft.com/office/drawing/2014/main" id="{57205AE4-3D93-0A48-2FD8-E727B08371E6}"/>
              </a:ext>
            </a:extLst>
          </p:cNvPr>
          <p:cNvSpPr>
            <a:spLocks noGrp="1"/>
          </p:cNvSpPr>
          <p:nvPr/>
        </p:nvSpPr>
        <p:spPr>
          <a:xfrm>
            <a:off x="812800" y="381000"/>
            <a:ext cx="105664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4800"/>
              </a:lnSpc>
              <a:defRPr sz="4000" b="0">
                <a:solidFill>
                  <a:srgbClr val="5B3D69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4000" b="0" spc="300">
                <a:solidFill>
                  <a:srgbClr val="5B3D69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4000" b="0" spc="300" dirty="0">
              <a:solidFill>
                <a:srgbClr val="5B3D69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2" name="Song title separator_金色细线">
            <a:extLst>
              <a:ext uri="{FF2B5EF4-FFF2-40B4-BE49-F238E27FC236}">
                <a16:creationId xmlns:a16="http://schemas.microsoft.com/office/drawing/2014/main" id="{ADF4AABF-1987-11F2-285B-241AF0130212}"/>
              </a:ext>
            </a:extLst>
          </p:cNvPr>
          <p:cNvSpPr>
            <a:spLocks noGrp="1"/>
          </p:cNvSpPr>
          <p:nvPr/>
        </p:nvSpPr>
        <p:spPr>
          <a:xfrm>
            <a:off x="5486400" y="1168400"/>
            <a:ext cx="1219200" cy="8890"/>
          </a:xfrm>
          <a:prstGeom prst="rect">
            <a:avLst/>
          </a:prstGeom>
          <a:solidFill>
            <a:srgbClr val="B5A18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1795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词曲：施弘美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Tiffany Wang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2013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祢的宝座从太初立定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亘古就有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474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词曲：施弘美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Tiffany Wang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2013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祢以威严为衣 以能力束腰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世界就坚定 不得动摇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191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27C95-C214-EA5C-07DF-F469D88C5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47C3D0EB-89D8-209C-9662-8A96D4C871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BA753590-C897-2EB3-4B0B-DF003D561B41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8C59D9EC-5BC3-4317-1527-FA5D6346ACC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24125DCF-865A-2309-41D8-BC0871932BFF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BE13000F-B6FF-AEF1-4874-229E323C89B2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FB790914-8377-E235-201C-79E19EDBE03E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8048C536-FAED-AA99-7A59-A1C89CEBBB87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740285E8-336C-4066-F8B5-9CF4E63FC15E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E74F3F79-F3E1-2CEB-59D0-C170DC85C22D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词曲：施弘美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Tiffany Wang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2013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465C283A-E7AA-1013-8AC8-9AFB5CC01CEA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1A847440-E54B-DF1E-8189-25D9C3CC4C35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>
            <a:extLst>
              <a:ext uri="{FF2B5EF4-FFF2-40B4-BE49-F238E27FC236}">
                <a16:creationId xmlns:a16="http://schemas.microsoft.com/office/drawing/2014/main" id="{D359C75D-C820-1871-BE9E-93B7D97E4A91}"/>
              </a:ext>
            </a:extLst>
          </p:cNvPr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主啊 祢荣耀国度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在我们的中间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00D8A1C7-4128-C070-DD14-FA582C171A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851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352F3-2F75-00C7-589E-E636102CE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34A92742-EDC1-FFC5-1554-50972052F5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B8C63467-8623-338B-64C3-49D3812100C7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F3410824-8AAC-867F-8B7B-13A1C3DFDBE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D70537B8-5619-55A0-4824-7AE56C7C757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4E0A781-6F30-6BBF-D0AA-66528BB88618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4BE0888F-6586-DA1C-96F0-291C2D338E75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A21616D3-C406-A0FF-8569-8EDD5BAD941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71E3A8D2-60A0-C9F8-D887-2244B8539889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126F19CD-CE1B-AC31-B3A8-9DCF9F3CDAF4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词曲：施弘美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Tiffany Wang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2013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10621B4-C5EC-2EE6-8F3D-810F521552F4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16EF4262-4932-D2D2-6CB1-8A53577CBA3B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>
            <a:extLst>
              <a:ext uri="{FF2B5EF4-FFF2-40B4-BE49-F238E27FC236}">
                <a16:creationId xmlns:a16="http://schemas.microsoft.com/office/drawing/2014/main" id="{0527ED89-939C-3ABE-4CAB-5F27CE9FF8E2}"/>
              </a:ext>
            </a:extLst>
          </p:cNvPr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祢的旨意满有智慧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必要成就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3A5804B8-4E87-0957-8414-540D881A27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4256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E31AC-F59C-8CDD-06A2-1CA651698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9FCBD393-5C26-5939-02B5-D3D0AF728C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1FA5A080-329E-B174-3091-C1887308E2E7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57045A59-6D0F-9A13-8FF1-A9CBA3BBB59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09CC01A3-4F7B-3BF4-775C-C0E83B946A5B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2759754F-DD82-0C01-E05B-3164382BBF4D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D505CA07-A0F9-4346-B9AB-57A8AC4991F6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27CAA04F-5B0D-CA5D-180A-97968649157F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E398AB74-6CE9-DE50-3D1D-48983ADF44E6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4AD758DB-BAA0-00A6-6CBC-E0146CD728CB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词曲：施弘美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Tiffany Wang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2013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2CB40939-8AD1-2AE0-D347-AF15E4428E3E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3CF40A4-0A85-558A-6AEC-5C546FC8E52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>
            <a:extLst>
              <a:ext uri="{FF2B5EF4-FFF2-40B4-BE49-F238E27FC236}">
                <a16:creationId xmlns:a16="http://schemas.microsoft.com/office/drawing/2014/main" id="{5B122E5C-77D7-37EA-FB7A-E3EA6B2FC7F2}"/>
              </a:ext>
            </a:extLst>
          </p:cNvPr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祢信实不改变 应许永不落空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掌权到万代 不能震动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13F5BF4D-6190-E53E-6090-0E2E87B625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3189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词曲：施弘美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Tiffany Wang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2013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我敬拜尊崇祢圣名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将荣耀归祢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4385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词曲：施弘美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Tiffany Wang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2013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祢永远常存 权柄永存无极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唯祢是真神 是活神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是再来君王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8790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词曲：施弘美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Tiffany Wang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2013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喔 主 祢的国度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3192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11EF4-C68E-38EB-CD60-C112E45B2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28B012B6-69B6-533F-1046-0958DD5AD8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8D6B2E93-7C49-0EC5-32CE-518C87BC33AA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E7C280D8-5CD7-06F6-D862-7E7109B3019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BF3E3999-DE16-04F8-3EF6-01BFE1A10C03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89F32B01-5039-DCF5-4959-689EA673086B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8C32EB42-47C7-B76A-C1C5-3E8E1C462615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AC2128C2-7CBF-D6C1-300A-C52FA726CFFF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F8A5D803-7FC6-7191-2CDE-B8956344F37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3D8A596F-D0C4-697E-77EB-0A2BCC560869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词曲：施弘美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Tiffany Wang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2013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37D0147E-61D0-10F0-D62C-D974EB886396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7FDE7049-73C6-0351-D174-3DAF398E1F0E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>
            <a:extLst>
              <a:ext uri="{FF2B5EF4-FFF2-40B4-BE49-F238E27FC236}">
                <a16:creationId xmlns:a16="http://schemas.microsoft.com/office/drawing/2014/main" id="{2719CC14-52A5-8CCF-5647-399F7CAC7341}"/>
              </a:ext>
            </a:extLst>
          </p:cNvPr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主啊 祢世世代代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作我们的居所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C7020630-7012-C8CA-999B-9D198AC644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  <p:sp>
        <p:nvSpPr>
          <p:cNvPr id="11" name="Song title">
            <a:extLst>
              <a:ext uri="{FF2B5EF4-FFF2-40B4-BE49-F238E27FC236}">
                <a16:creationId xmlns:a16="http://schemas.microsoft.com/office/drawing/2014/main" id="{F5E134E4-EEEC-B479-A649-C7B7CFF9FE39}"/>
              </a:ext>
            </a:extLst>
          </p:cNvPr>
          <p:cNvSpPr>
            <a:spLocks noGrp="1"/>
          </p:cNvSpPr>
          <p:nvPr/>
        </p:nvSpPr>
        <p:spPr>
          <a:xfrm>
            <a:off x="812800" y="381000"/>
            <a:ext cx="105664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4800"/>
              </a:lnSpc>
              <a:defRPr sz="4000" b="0">
                <a:solidFill>
                  <a:srgbClr val="5B3D69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4000" b="0" spc="300">
                <a:solidFill>
                  <a:srgbClr val="5B3D69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4000" b="0" spc="300" dirty="0">
              <a:solidFill>
                <a:srgbClr val="5B3D69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2" name="Song title separator_金色细线">
            <a:extLst>
              <a:ext uri="{FF2B5EF4-FFF2-40B4-BE49-F238E27FC236}">
                <a16:creationId xmlns:a16="http://schemas.microsoft.com/office/drawing/2014/main" id="{87953B93-6CDF-9924-223F-D5F199A5245F}"/>
              </a:ext>
            </a:extLst>
          </p:cNvPr>
          <p:cNvSpPr>
            <a:spLocks noGrp="1"/>
          </p:cNvSpPr>
          <p:nvPr/>
        </p:nvSpPr>
        <p:spPr>
          <a:xfrm>
            <a:off x="5486400" y="1168400"/>
            <a:ext cx="1219200" cy="8890"/>
          </a:xfrm>
          <a:prstGeom prst="rect">
            <a:avLst/>
          </a:prstGeom>
          <a:solidFill>
            <a:srgbClr val="B5A18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211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EB13C-6AC9-341A-A5B6-904480AE2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CB1D6B3A-3C75-8EDE-9B95-AACD35156C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C1750F1F-591C-CB7D-42A5-621F9AD990B1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883D0E34-581E-8F84-FE58-B20845A73F3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7ECA420C-38F2-F9F2-3E95-9E986BF64B3B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F29DF9DC-4D6F-504B-062C-650168EF2F7E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82478358-B380-0866-CCB8-910CCE648EF4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09B821C9-20DE-B7D2-5239-7915107520DC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EA00EF2C-BCFE-18EB-DBE4-0A2556DB1566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B3F00E7F-6EB1-4847-DE70-F4402E1C0548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词曲：施弘美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Tiffany Wang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2013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68D0668D-66B9-A5F8-DE3D-3657ACCC0B41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F95870D9-0212-28B5-1E74-49A550214EA0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>
            <a:extLst>
              <a:ext uri="{FF2B5EF4-FFF2-40B4-BE49-F238E27FC236}">
                <a16:creationId xmlns:a16="http://schemas.microsoft.com/office/drawing/2014/main" id="{48911C89-9E89-1EAE-AF26-D712A4A31B5B}"/>
              </a:ext>
            </a:extLst>
          </p:cNvPr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祢的宝座从太初立定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亘古就有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564DED4C-63C1-8A38-5B3B-1BBF5DC792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6588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01A2E-BED2-E793-F734-1F75D5A3A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47EAD2DF-D62E-DA19-B670-EF7F2FC599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6418CE48-0C9C-6502-E9FE-9C8636B068EB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A6BE7A2C-30A2-C613-EEFF-D612CD288F4C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4A801810-C477-8FA8-9272-FCB65325A2A3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298DCB21-9295-3913-B429-A9E38B4AA458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38458136-0F3C-910A-2D12-59D3A34155F1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C9DF4352-E185-D0FA-7403-40EA27128CA4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AE71CECD-B1CE-979C-F2B4-27DBC3054845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97C07155-6F18-6E9A-5696-A7347AA75D13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词曲：施弘美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Tiffany Wang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2013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8F96E3D9-7BC5-34A3-3BC4-A4F46D24851E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9A850E9A-8B2D-B27E-727F-15A4958D82CE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>
            <a:extLst>
              <a:ext uri="{FF2B5EF4-FFF2-40B4-BE49-F238E27FC236}">
                <a16:creationId xmlns:a16="http://schemas.microsoft.com/office/drawing/2014/main" id="{24C33688-73FD-7E67-D5A7-A476819F1FEF}"/>
              </a:ext>
            </a:extLst>
          </p:cNvPr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祢以威严为衣 以能力束腰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世界就坚定 不得动摇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6FEA2BA6-6000-DDD4-8ABB-F8DBA2DF03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297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词曲：施弘美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Tiffany Wang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2013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主啊 祢荣耀国度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在我们的中间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5852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词曲：施弘美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Tiffany Wang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2013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祢的旨意满有智慧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必要成就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1548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词曲：施弘美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Tiffany Wang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2013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祢信实不改变 应许永不落空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掌权到万代 不能震动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4036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词曲：施弘美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Tiffany Wang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2013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我敬拜尊崇祢圣名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将荣耀归祢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8090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词曲：施弘美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Tiffany Wang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2013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祢永远常存 权柄永存无极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唯祢是真神 是活神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是再来君王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3178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词曲：施弘美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Tiffany Wang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2013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喔 主 祢的国度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1698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词曲：施弘美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Tiffany Wang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2013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我敬拜尊崇祢圣名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将荣耀归祢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1513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词曲：施弘美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Tiffany Wang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2013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祢永远常存 权柄永存无极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唯祢是真神 是活神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是再来君王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5459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词曲：施弘美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Tiffany Wang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2013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喔 主 祢的国度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8269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词曲：施弘美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Tiffany Wang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2013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我敬拜尊崇祢圣名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将荣耀归祢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974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词曲：施弘美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Tiffany Wang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2013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祢永远常存 权柄永存无极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唯祢是真神 是活神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是再来君王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6393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词曲：施弘美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Tiffany Wang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2013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喔 主 祢的国度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1742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95483-42EE-B659-FF19-0F745CAA4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729D835E-AD63-19F3-E723-17C5908A9E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FE22D343-C7E8-21D4-F8D6-C997A6FAB308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ECED9A62-17DB-724A-3052-B8F34422C226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24AD8DD-73BA-60AE-43EB-E6CAC5D8D2AC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9B4650D7-1EF4-6114-C5F7-298F21322C27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91BDA709-43AE-9CD2-2162-930FC2642480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2CF7F020-035C-F88D-EAAE-08EF7E1D4BD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F9B6BC9D-FDA3-CC83-CAA5-4EEEC88995F4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588A0C51-C31A-56BD-9C35-72E34BB68B3B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词曲：施弘美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Tiffany Wang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2013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1264300-F78E-74C2-67C5-11ED859656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F06DFE1C-9FC5-C7D3-BCF2-5AAC17017B4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>
            <a:extLst>
              <a:ext uri="{FF2B5EF4-FFF2-40B4-BE49-F238E27FC236}">
                <a16:creationId xmlns:a16="http://schemas.microsoft.com/office/drawing/2014/main" id="{5E8E4C51-04D2-45B8-CAD7-2BF802BD9C0A}"/>
              </a:ext>
            </a:extLst>
          </p:cNvPr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 dirty="0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唯祢是真神 是活神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 dirty="0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是再来君王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2F331E1E-23C0-11C0-A0B6-D082C2B8D9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4730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词曲：施弘美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Tiffany Wang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2013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喔 主 祢的国度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从亘古到永远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0857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词曲：黄萱仪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Shirley Huang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2020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祢是信实神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耶和华 祢是我的牧者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在祢里面 我一无所缺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  <p:sp>
        <p:nvSpPr>
          <p:cNvPr id="11" name="Song title">
            <a:extLst>
              <a:ext uri="{FF2B5EF4-FFF2-40B4-BE49-F238E27FC236}">
                <a16:creationId xmlns:a16="http://schemas.microsoft.com/office/drawing/2014/main" id="{57205AE4-3D93-0A48-2FD8-E727B08371E6}"/>
              </a:ext>
            </a:extLst>
          </p:cNvPr>
          <p:cNvSpPr>
            <a:spLocks noGrp="1"/>
          </p:cNvSpPr>
          <p:nvPr/>
        </p:nvSpPr>
        <p:spPr>
          <a:xfrm>
            <a:off x="812800" y="381000"/>
            <a:ext cx="105664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4800"/>
              </a:lnSpc>
              <a:defRPr sz="4000" b="0">
                <a:solidFill>
                  <a:srgbClr val="5B3D69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4000" b="0" spc="300">
                <a:solidFill>
                  <a:srgbClr val="5B3D69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祢是信实神</a:t>
            </a:r>
            <a:endParaRPr sz="4000" b="0" spc="300" dirty="0">
              <a:solidFill>
                <a:srgbClr val="5B3D69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2" name="Song title separator_金色细线">
            <a:extLst>
              <a:ext uri="{FF2B5EF4-FFF2-40B4-BE49-F238E27FC236}">
                <a16:creationId xmlns:a16="http://schemas.microsoft.com/office/drawing/2014/main" id="{823987B8-0F28-C0CA-69BA-7F2FDD5463BA}"/>
              </a:ext>
            </a:extLst>
          </p:cNvPr>
          <p:cNvSpPr>
            <a:spLocks noGrp="1"/>
          </p:cNvSpPr>
          <p:nvPr/>
        </p:nvSpPr>
        <p:spPr>
          <a:xfrm>
            <a:off x="5486400" y="1168400"/>
            <a:ext cx="1219200" cy="8890"/>
          </a:xfrm>
          <a:prstGeom prst="rect">
            <a:avLst/>
          </a:prstGeom>
          <a:solidFill>
            <a:srgbClr val="B5A18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8349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词曲：黄萱仪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Shirley Huang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2020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祢是信实神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祢使我躺卧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在青草地 溪水旁 来安歇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1014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词曲：黄萱仪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Shirley Huang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2020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祢是信实神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祢是我的力量 我的盾牌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倚靠祢 我心里不再惧怕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2636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词曲：黄萱仪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Shirley Huang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2020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祢是信实神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虽有狂风暴雨 祢大能手平静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我凭信心走向前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6573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词曲：黄萱仪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Shirley Huang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2020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祢是信实神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扬声宣告 祢是信实神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赞美祢 仰望呼求祢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4516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词曲：黄萱仪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Shirley Huang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2020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祢是信实神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日间云柱引领 夜间火柱保护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使我安然居住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8819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词曲：黄萱仪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Shirley Huang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2020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祢是信实神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扬声宣告 祢是信实神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全心信靠祢应许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8540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词曲：黄萱仪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Shirley Huang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2020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祢是信实神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沙漠中开江河 旷野中开道路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耶和华必成就大事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1297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词曲：黄萱仪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Shirley Huang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2020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祢是信实神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耶和华 祢是我的牧者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在祢里面 我一无所缺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4532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词曲：黄萱仪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Shirley Huang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2020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祢是信实神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祢使我躺卧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在青草地 溪水旁 来安歇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0241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词曲：黄萱仪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Shirley Huang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2020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祢是信实神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祢是我的力量 我的盾牌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倚靠祢 我心里不再惧怕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363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词曲：黄萱仪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Shirley Huang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2020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祢是信实神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虽有狂风暴雨 祢大能手平静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我凭信心走向前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893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词曲：黄萱仪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Shirley Huang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2020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祢是信实神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扬声宣告 祢是信实神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赞美祢 仰望呼求祢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2382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词曲：黄萱仪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Shirley Huang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2020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祢是信实神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日间云柱引领 夜间火柱保护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使我安然居住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8657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词曲：黄萱仪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Shirley Huang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2020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祢是信实神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扬声宣告 祢是信实神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全心信靠祢应许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687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词曲：黄萱仪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Shirley Huang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2020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祢是信实神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沙漠中开江河 旷野中开道路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耶和华必成就大事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9076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词曲：黄萱仪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Shirley Huang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2020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祢是信实神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扬声宣告 祢是信实神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赞美祢 仰望呼求祢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88311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词曲：黄萱仪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Shirley Huang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2020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祢是信实神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日间云柱引领 夜间火柱保护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使我安然居住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607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词曲：黄萱仪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Shirley Huang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2020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祢是信实神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扬声宣告 祢是信实神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全心信靠祢应许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3037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CCS_20260920_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1452D09E-50BF-C670-5B87-242CBF609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CDB444C-0951-36CC-59CD-D08C873D03DD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4AB80401-2958-A4AD-B9F9-8487239689A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C72846DE-2236-A2D5-DC10-5518A893C2C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71379DA4-B403-A67F-63A4-1CEF75B22AD5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723812A3-2021-EFDA-A7E1-5B781218B43A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90E298B1-AFB5-9FBB-6D07-53378BFC3970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1EC2E912-CE30-D4CE-E171-8E8BB55421EA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6CB985EB-008C-459C-A1C9-1B805880A562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词曲：黄萱仪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Shirley Huang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2020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15F45D62-65D6-14F1-7549-4E7A4CB00A18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3498FDEA-6D53-AC30-9374-BBE353484033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祢是信实神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/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沙漠中开江河 旷野中开道路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耶和华必成就大事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B9D3A1DE-7358-EC30-A15B-2DCA1DBFC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9083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AC4BE-5733-F725-8916-21E5EB289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字幕云雾_新模板当前设置_可单独隐藏">
            <a:extLst>
              <a:ext uri="{FF2B5EF4-FFF2-40B4-BE49-F238E27FC236}">
                <a16:creationId xmlns:a16="http://schemas.microsoft.com/office/drawing/2014/main" id="{FE08ADA0-BCE9-A7DC-96DB-FA2479212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53610"/>
            <a:ext cx="12192000" cy="1517227"/>
          </a:xfrm>
          <a:prstGeom prst="rect">
            <a:avLst/>
          </a:prstGeom>
        </p:spPr>
      </p:pic>
      <p:pic>
        <p:nvPicPr>
          <p:cNvPr id="10" name="可选_字幕薄雾_65%透明_默认隐藏" descr="可选字幕辅助层。默认隐藏；在选择窗格中点眼睛启用。图片透明度65%，可调整。独立于背景和固定底栏。" hidden="1">
            <a:extLst>
              <a:ext uri="{FF2B5EF4-FFF2-40B4-BE49-F238E27FC236}">
                <a16:creationId xmlns:a16="http://schemas.microsoft.com/office/drawing/2014/main" id="{7773949F-8C0C-BF40-285F-756F51DB73A1}"/>
              </a:ext>
            </a:extLst>
          </p:cNvPr>
          <p:cNvPicPr>
            <a:picLocks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749800"/>
            <a:ext cx="9525000" cy="1422400"/>
          </a:xfrm>
          <a:prstGeom prst="rect">
            <a:avLst/>
          </a:prstGeom>
        </p:spPr>
      </p:pic>
      <p:grpSp>
        <p:nvGrpSpPr>
          <p:cNvPr id="7" name="固定前景_低底栏与教会标识_可取消组合编辑">
            <a:extLst>
              <a:ext uri="{FF2B5EF4-FFF2-40B4-BE49-F238E27FC236}">
                <a16:creationId xmlns:a16="http://schemas.microsoft.com/office/drawing/2014/main" id="{D1E9B080-8C3B-5864-4A4E-2AC9C6B795C7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00_透明画布_尺寸基准">
              <a:extLst>
                <a:ext uri="{FF2B5EF4-FFF2-40B4-BE49-F238E27FC236}">
                  <a16:creationId xmlns:a16="http://schemas.microsoft.com/office/drawing/2014/main" id="{46D4152E-2C90-54A0-92B4-90B9DCA2AD8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04_紫色薄雾与柔光_透明图层">
              <a:extLst>
                <a:ext uri="{FF2B5EF4-FFF2-40B4-BE49-F238E27FC236}">
                  <a16:creationId xmlns:a16="http://schemas.microsoft.com/office/drawing/2014/main" id="{2BD569FC-C8DE-F114-7FB7-CD3B834D1849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175000"/>
              <a:ext cx="12192000" cy="3683000"/>
            </a:xfrm>
            <a:prstGeom prst="rect">
              <a:avLst/>
            </a:prstGeom>
          </p:spPr>
        </p:pic>
        <p:sp>
          <p:nvSpPr>
            <p:cNvPr id="12" name="05_淡紫字幕底色_透明渐变">
              <a:extLst>
                <a:ext uri="{FF2B5EF4-FFF2-40B4-BE49-F238E27FC236}">
                  <a16:creationId xmlns:a16="http://schemas.microsoft.com/office/drawing/2014/main" id="{AD9C1F50-522B-7A14-0C58-788EDA49A665}"/>
                </a:ext>
              </a:extLst>
            </p:cNvPr>
            <p:cNvSpPr/>
            <p:nvPr/>
          </p:nvSpPr>
          <p:spPr>
            <a:xfrm>
              <a:off x="0" y="5461000"/>
              <a:ext cx="12192000" cy="1397000"/>
            </a:xfrm>
            <a:prstGeom prst="rect">
              <a:avLst/>
            </a:prstGeom>
            <a:gradFill flip="none" rotWithShape="1">
              <a:gsLst>
                <a:gs pos="0">
                  <a:srgbClr val="E7DFED">
                    <a:alpha val="0"/>
                  </a:srgbClr>
                </a:gs>
                <a:gs pos="100000">
                  <a:srgbClr val="E7DFED"/>
                </a:gs>
                <a:gs pos="17000">
                  <a:srgbClr val="E7DFED">
                    <a:alpha val="5000"/>
                  </a:srgbClr>
                </a:gs>
                <a:gs pos="33000">
                  <a:srgbClr val="E7DFED">
                    <a:alpha val="28000"/>
                  </a:srgbClr>
                </a:gs>
                <a:gs pos="45000">
                  <a:srgbClr val="E7DFED">
                    <a:alpha val="73000"/>
                  </a:srgbClr>
                </a:gs>
                <a:gs pos="53000">
                  <a:srgbClr val="E7DFED"/>
                </a:gs>
              </a:gsLst>
              <a:lin ang="5400000" scaled="1"/>
              <a:tileRect/>
            </a:gradFill>
            <a:ln w="19050">
              <a:noFill/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02_教会中文名称_单行">
              <a:extLst>
                <a:ext uri="{FF2B5EF4-FFF2-40B4-BE49-F238E27FC236}">
                  <a16:creationId xmlns:a16="http://schemas.microsoft.com/office/drawing/2014/main" id="{BD05B656-6DA5-A33D-C9F2-6FDF7615F12B}"/>
                </a:ext>
              </a:extLst>
            </p:cNvPr>
            <p:cNvSpPr txBox="1"/>
            <p:nvPr/>
          </p:nvSpPr>
          <p:spPr>
            <a:xfrm>
              <a:off x="1320800" y="6273800"/>
              <a:ext cx="2209800" cy="2921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zh-CN" altLang="en-US" sz="1800" b="1" i="0" spc="30" dirty="0">
                  <a:solidFill>
                    <a:srgbClr val="3E3447"/>
                  </a:solidFill>
                  <a:latin typeface="Noto Serif SC" panose="02020200000000000000" pitchFamily="18" charset="-128"/>
                  <a:ea typeface="Noto Serif SC" panose="02020200000000000000" pitchFamily="18" charset="-128"/>
                </a:rPr>
                <a:t>匹兹堡南区基督教会</a:t>
              </a:r>
              <a:endParaRPr lang="en-US" sz="1800" b="1" i="0" spc="30" dirty="0">
                <a:solidFill>
                  <a:srgbClr val="3E3447"/>
                </a:solidFill>
                <a:latin typeface="Noto Serif SC" panose="02020200000000000000" pitchFamily="18" charset="-128"/>
                <a:ea typeface="Noto Serif SC" panose="02020200000000000000" pitchFamily="18" charset="-128"/>
              </a:endParaRPr>
            </a:p>
          </p:txBody>
        </p:sp>
        <p:sp>
          <p:nvSpPr>
            <p:cNvPr id="15" name="03_Church name_单行">
              <a:extLst>
                <a:ext uri="{FF2B5EF4-FFF2-40B4-BE49-F238E27FC236}">
                  <a16:creationId xmlns:a16="http://schemas.microsoft.com/office/drawing/2014/main" id="{553BA840-F9AD-C56F-FF05-599B910461CF}"/>
                </a:ext>
              </a:extLst>
            </p:cNvPr>
            <p:cNvSpPr txBox="1"/>
            <p:nvPr/>
          </p:nvSpPr>
          <p:spPr>
            <a:xfrm>
              <a:off x="1320800" y="6565900"/>
              <a:ext cx="2114550" cy="203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sz="1150" b="1" i="0" spc="-10" dirty="0">
                  <a:solidFill>
                    <a:srgbClr val="4B4353"/>
                  </a:solidFill>
                  <a:latin typeface="Garamond" panose="02020404030301010803" pitchFamily="18" charset="0"/>
                </a:rPr>
                <a:t>Pittsburgh Christian Church South</a:t>
              </a:r>
            </a:p>
          </p:txBody>
        </p:sp>
      </p:grpSp>
      <p:sp>
        <p:nvSpPr>
          <p:cNvPr id="3" name="Copyright">
            <a:extLst>
              <a:ext uri="{FF2B5EF4-FFF2-40B4-BE49-F238E27FC236}">
                <a16:creationId xmlns:a16="http://schemas.microsoft.com/office/drawing/2014/main" id="{988AC3FA-B872-60AF-C43A-341A3F2F0FF3}"/>
              </a:ext>
            </a:extLst>
          </p:cNvPr>
          <p:cNvSpPr>
            <a:spLocks noGrp="1"/>
          </p:cNvSpPr>
          <p:nvPr/>
        </p:nvSpPr>
        <p:spPr>
          <a:xfrm>
            <a:off x="4051300" y="6457476"/>
            <a:ext cx="80264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词曲：黄萱仪 </a:t>
            </a: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Shirley Huang</a:t>
            </a:r>
          </a:p>
          <a:p>
            <a:pPr algn="r">
              <a:lnSpc>
                <a:spcPts val="1400"/>
              </a:lnSpc>
              <a:defRPr sz="1200" b="0">
                <a:solidFill>
                  <a:srgbClr val="51415D"/>
                </a:solidFill>
                <a:latin typeface="KaiTi"/>
                <a:ea typeface="KaiTi"/>
                <a:cs typeface="KaiTi"/>
              </a:defRPr>
            </a:pPr>
            <a:r>
              <a:rPr lang="en-US" altLang="zh-CN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© 2020 </a:t>
            </a:r>
            <a:r>
              <a:rPr lang="zh-CN" altLang="en-US" sz="1200" b="0">
                <a:solidFill>
                  <a:srgbClr val="655762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矽谷生命河灵粮堂传播事工 版权所有</a:t>
            </a:r>
            <a:endParaRPr sz="1200" b="0" dirty="0">
              <a:solidFill>
                <a:srgbClr val="655762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6" name="同传英文字幕_第1行_28pt">
            <a:extLst>
              <a:ext uri="{FF2B5EF4-FFF2-40B4-BE49-F238E27FC236}">
                <a16:creationId xmlns:a16="http://schemas.microsoft.com/office/drawing/2014/main" id="{342C8DFE-B7B7-2ED0-C3CE-3E9F626D598C}"/>
              </a:ext>
            </a:extLst>
          </p:cNvPr>
          <p:cNvSpPr txBox="1"/>
          <p:nvPr/>
        </p:nvSpPr>
        <p:spPr>
          <a:xfrm>
            <a:off x="1524000" y="5338445"/>
            <a:ext cx="9144000" cy="88603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3550"/>
              </a:lnSpc>
              <a:defRPr sz="2933" b="0"/>
            </a:pPr>
            <a:endParaRPr lang="en-US" sz="2000" dirty="0">
              <a:solidFill>
                <a:srgbClr val="3E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ong footer">
            <a:extLst>
              <a:ext uri="{FF2B5EF4-FFF2-40B4-BE49-F238E27FC236}">
                <a16:creationId xmlns:a16="http://schemas.microsoft.com/office/drawing/2014/main" id="{16D60B83-ADBA-CC2D-D3E4-F76DA3B34CA8}"/>
              </a:ext>
            </a:extLst>
          </p:cNvPr>
          <p:cNvSpPr>
            <a:spLocks noGrp="1"/>
          </p:cNvSpPr>
          <p:nvPr/>
        </p:nvSpPr>
        <p:spPr>
          <a:xfrm>
            <a:off x="8051800" y="6083300"/>
            <a:ext cx="3987800" cy="355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152400" bIns="0" anchor="t">
            <a:noAutofit/>
          </a:bodyPr>
          <a:lstStyle/>
          <a:p>
            <a:pPr algn="r">
              <a:lnSpc>
                <a:spcPts val="2800"/>
              </a:lnSpc>
              <a:defRPr sz="2200" b="0">
                <a:solidFill>
                  <a:srgbClr val="62486C"/>
                </a:solidFill>
                <a:latin typeface="KaiTi"/>
                <a:ea typeface="KaiTi"/>
                <a:cs typeface="KaiTi"/>
              </a:defRPr>
            </a:pPr>
            <a:r>
              <a:rPr lang="zh-CN" altLang="en-US" sz="2200" b="0" spc="70">
                <a:solidFill>
                  <a:srgbClr val="665370"/>
                </a:solidFill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祢是信实神</a:t>
            </a:r>
            <a:endParaRPr sz="2200" b="0" spc="70" dirty="0">
              <a:solidFill>
                <a:srgbClr val="665370"/>
              </a:solidFill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sp>
        <p:nvSpPr>
          <p:cNvPr id="100" name="Lyrics" descr="64pt 楷体加粗；原生文字阴影，模糊0.6pt、距离1.4pt、45度、55%透明度。文字保持可编辑。">
            <a:extLst>
              <a:ext uri="{FF2B5EF4-FFF2-40B4-BE49-F238E27FC236}">
                <a16:creationId xmlns:a16="http://schemas.microsoft.com/office/drawing/2014/main" id="{05EEE9C1-AC65-462B-E59E-F9AB9D3425B4}"/>
              </a:ext>
            </a:extLst>
          </p:cNvPr>
          <p:cNvSpPr txBox="1"/>
          <p:nvPr/>
        </p:nvSpPr>
        <p:spPr>
          <a:xfrm>
            <a:off x="812800" y="1333500"/>
            <a:ext cx="10566400" cy="31750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沙漠中开江河 旷野中开道路</a:t>
            </a:r>
          </a:p>
          <a:p>
            <a:pPr algn="ctr">
              <a:lnSpc>
                <a:spcPts val="7800"/>
              </a:lnSpc>
              <a:defRPr lang="zh-CN" sz="5200" b="1">
                <a:solidFill>
                  <a:srgbClr val="302733"/>
                </a:solidFill>
                <a:effectLst>
                  <a:outerShdw blurRad="7620" dist="17780" dir="2700000" algn="ctr" rotWithShape="0">
                    <a:srgbClr val="756A78">
                      <a:alpha val="45000"/>
                    </a:srgbClr>
                  </a:outerShdw>
                </a:effectLst>
                <a:latin typeface="KaiTi"/>
                <a:ea typeface="KaiTi"/>
                <a:cs typeface="KaiTi"/>
              </a:defRPr>
            </a:pPr>
            <a:r>
              <a:rPr lang="zh-CN" altLang="en-US" sz="5200" b="1">
                <a:solidFill>
                  <a:srgbClr val="302733"/>
                </a:solidFill>
                <a:effectLst>
                  <a:outerShdw blurRad="9525" dist="10040" dir="3318264" rotWithShape="0">
                    <a:srgbClr val="756A78">
                      <a:alpha val="26000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KaiTi"/>
              </a:rPr>
              <a:t>耶和华必成就大事</a:t>
            </a:r>
            <a:endParaRPr lang="zh-CN" sz="5200" b="1" dirty="0">
              <a:solidFill>
                <a:srgbClr val="302733"/>
              </a:solidFill>
              <a:effectLst>
                <a:outerShdw blurRad="9525" dist="10040" dir="3318264" rotWithShape="0">
                  <a:srgbClr val="756A78">
                    <a:alpha val="26000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KaiTi"/>
            </a:endParaRPr>
          </a:p>
        </p:txBody>
      </p:sp>
      <p:pic>
        <p:nvPicPr>
          <p:cNvPr id="4" name="PCCS_完整Logo_新模板原件">
            <a:extLst>
              <a:ext uri="{FF2B5EF4-FFF2-40B4-BE49-F238E27FC236}">
                <a16:creationId xmlns:a16="http://schemas.microsoft.com/office/drawing/2014/main" id="{33717CA0-2CD2-7D92-C7D0-10567AE855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6042025"/>
            <a:ext cx="1195246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750974"/>
      </p:ext>
    </p:extLst>
  </p:cSld>
  <p:clrMapOvr>
    <a:masterClrMapping/>
  </p:clrMapOvr>
</p:sld>
</file>

<file path=ppt/theme/theme1.xml><?xml version="1.0" encoding="utf-8"?>
<a:theme xmlns:a="http://schemas.openxmlformats.org/drawingml/2006/main" name="PCCS_TransparentFooter_0920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9146</Words>
  <Application>Microsoft Office PowerPoint</Application>
  <PresentationFormat>Widescreen</PresentationFormat>
  <Paragraphs>972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2" baseType="lpstr">
      <vt:lpstr>KaiTi</vt:lpstr>
      <vt:lpstr>Microsoft YaHei</vt:lpstr>
      <vt:lpstr>Noto Serif SC</vt:lpstr>
      <vt:lpstr>SimSun</vt:lpstr>
      <vt:lpstr>Aptos</vt:lpstr>
      <vt:lpstr>Arial</vt:lpstr>
      <vt:lpstr>Garamond</vt:lpstr>
      <vt:lpstr>PCCS_TransparentFooter_0920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Zhongwei Xiang</dc:creator>
  <cp:lastModifiedBy>Zhongwei Xiang</cp:lastModifiedBy>
  <cp:revision>21</cp:revision>
  <dcterms:created xsi:type="dcterms:W3CDTF">2026-09-16T14:35:03Z</dcterms:created>
  <dcterms:modified xsi:type="dcterms:W3CDTF">2026-09-16T23:52:28Z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2026-09-16T14:35:03Z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2f9f3d66-008e-4e90-b249-c31796512c68</vt:lpwstr>
  </property>
  <property fmtid="{D5CDD505-2E9C-101B-9397-08002B2CF9AE}" pid="7" name="MSIP_Label_defa4170-0d19-0005-0004-bc88714345d2_ActionId">
    <vt:lpwstr>3c0d6a8a-b5ee-4707-91d2-9405e995b395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