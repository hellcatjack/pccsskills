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E2ECA-DFAB-49C3-B6CE-8BD454016F5C}" v="10" dt="2026-09-16T23:01:31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 Lu" userId="f7f7f1e867f71200" providerId="LiveId" clId="{C1F88675-33DC-447A-965F-BF5864B3C5DC}"/>
    <pc:docChg chg="addSld delSld modSld">
      <pc:chgData name="Yan Lu" userId="f7f7f1e867f71200" providerId="LiveId" clId="{C1F88675-33DC-447A-965F-BF5864B3C5DC}" dt="2026-09-16T23:01:35.399" v="23" actId="2696"/>
      <pc:docMkLst>
        <pc:docMk/>
      </pc:docMkLst>
      <pc:sldChg chg="del">
        <pc:chgData name="Yan Lu" userId="f7f7f1e867f71200" providerId="LiveId" clId="{C1F88675-33DC-447A-965F-BF5864B3C5DC}" dt="2026-09-16T23:01:35.399" v="23" actId="2696"/>
        <pc:sldMkLst>
          <pc:docMk/>
          <pc:sldMk cId="1541063328" sldId="314"/>
        </pc:sldMkLst>
      </pc:sldChg>
      <pc:sldChg chg="add setBg">
        <pc:chgData name="Yan Lu" userId="f7f7f1e867f71200" providerId="LiveId" clId="{C1F88675-33DC-447A-965F-BF5864B3C5DC}" dt="2026-09-16T22:57:47.710" v="0"/>
        <pc:sldMkLst>
          <pc:docMk/>
          <pc:sldMk cId="147071066" sldId="315"/>
        </pc:sldMkLst>
      </pc:sldChg>
      <pc:sldChg chg="add setBg">
        <pc:chgData name="Yan Lu" userId="f7f7f1e867f71200" providerId="LiveId" clId="{C1F88675-33DC-447A-965F-BF5864B3C5DC}" dt="2026-09-16T22:57:55.980" v="1"/>
        <pc:sldMkLst>
          <pc:docMk/>
          <pc:sldMk cId="2236717714" sldId="316"/>
        </pc:sldMkLst>
      </pc:sldChg>
      <pc:sldChg chg="add setBg">
        <pc:chgData name="Yan Lu" userId="f7f7f1e867f71200" providerId="LiveId" clId="{C1F88675-33DC-447A-965F-BF5864B3C5DC}" dt="2026-09-16T22:58:30.679" v="2"/>
        <pc:sldMkLst>
          <pc:docMk/>
          <pc:sldMk cId="2914851246" sldId="317"/>
        </pc:sldMkLst>
      </pc:sldChg>
      <pc:sldChg chg="add setBg">
        <pc:chgData name="Yan Lu" userId="f7f7f1e867f71200" providerId="LiveId" clId="{C1F88675-33DC-447A-965F-BF5864B3C5DC}" dt="2026-09-16T22:58:52.969" v="3"/>
        <pc:sldMkLst>
          <pc:docMk/>
          <pc:sldMk cId="2017425602" sldId="318"/>
        </pc:sldMkLst>
      </pc:sldChg>
      <pc:sldChg chg="add setBg">
        <pc:chgData name="Yan Lu" userId="f7f7f1e867f71200" providerId="LiveId" clId="{C1F88675-33DC-447A-965F-BF5864B3C5DC}" dt="2026-09-16T22:59:11.608" v="4"/>
        <pc:sldMkLst>
          <pc:docMk/>
          <pc:sldMk cId="2787318977" sldId="319"/>
        </pc:sldMkLst>
      </pc:sldChg>
      <pc:sldChg chg="add setBg">
        <pc:chgData name="Yan Lu" userId="f7f7f1e867f71200" providerId="LiveId" clId="{C1F88675-33DC-447A-965F-BF5864B3C5DC}" dt="2026-09-16T22:59:45.969" v="5"/>
        <pc:sldMkLst>
          <pc:docMk/>
          <pc:sldMk cId="3457211589" sldId="320"/>
        </pc:sldMkLst>
      </pc:sldChg>
      <pc:sldChg chg="add setBg">
        <pc:chgData name="Yan Lu" userId="f7f7f1e867f71200" providerId="LiveId" clId="{C1F88675-33DC-447A-965F-BF5864B3C5DC}" dt="2026-09-16T23:00:05.243" v="6"/>
        <pc:sldMkLst>
          <pc:docMk/>
          <pc:sldMk cId="3914658880" sldId="321"/>
        </pc:sldMkLst>
      </pc:sldChg>
      <pc:sldChg chg="add setBg">
        <pc:chgData name="Yan Lu" userId="f7f7f1e867f71200" providerId="LiveId" clId="{C1F88675-33DC-447A-965F-BF5864B3C5DC}" dt="2026-09-16T23:00:19.852" v="7"/>
        <pc:sldMkLst>
          <pc:docMk/>
          <pc:sldMk cId="200429785" sldId="322"/>
        </pc:sldMkLst>
      </pc:sldChg>
      <pc:sldChg chg="modSp add mod setBg">
        <pc:chgData name="Yan Lu" userId="f7f7f1e867f71200" providerId="LiveId" clId="{C1F88675-33DC-447A-965F-BF5864B3C5DC}" dt="2026-09-16T23:01:11.442" v="21" actId="20577"/>
        <pc:sldMkLst>
          <pc:docMk/>
          <pc:sldMk cId="2720473049" sldId="323"/>
        </pc:sldMkLst>
        <pc:spChg chg="mod">
          <ac:chgData name="Yan Lu" userId="f7f7f1e867f71200" providerId="LiveId" clId="{C1F88675-33DC-447A-965F-BF5864B3C5DC}" dt="2026-09-16T23:01:11.442" v="21" actId="20577"/>
          <ac:spMkLst>
            <pc:docMk/>
            <pc:sldMk cId="2720473049" sldId="323"/>
            <ac:spMk id="100" creationId="{5E8E4C51-04D2-45B8-CAD7-2BF802BD9C0A}"/>
          </ac:spMkLst>
        </pc:spChg>
      </pc:sldChg>
      <pc:sldChg chg="add setBg">
        <pc:chgData name="Yan Lu" userId="f7f7f1e867f71200" providerId="LiveId" clId="{C1F88675-33DC-447A-965F-BF5864B3C5DC}" dt="2026-09-16T23:01:31.663" v="22"/>
        <pc:sldMkLst>
          <pc:docMk/>
          <pc:sldMk cId="2556750974" sldId="324"/>
        </pc:sldMkLst>
      </pc:sldChg>
    </pc:docChg>
  </pc:docChgLst>
  <pc:docChgLst>
    <pc:chgData name="Zhongwei Xiang" userId="289026df-1e1a-4e13-974e-e6dc4942eba6" providerId="ADAL" clId="{EFA2E4EC-BE36-476B-83C2-B7E85122EAB1}"/>
    <pc:docChg chg="undo custSel modSld">
      <pc:chgData name="Zhongwei Xiang" userId="289026df-1e1a-4e13-974e-e6dc4942eba6" providerId="ADAL" clId="{EFA2E4EC-BE36-476B-83C2-B7E85122EAB1}" dt="2026-09-16T23:52:26.371" v="9" actId="6549"/>
      <pc:docMkLst>
        <pc:docMk/>
      </pc:docMkLst>
      <pc:sldChg chg="addSp delSp modSp mod">
        <pc:chgData name="Zhongwei Xiang" userId="289026df-1e1a-4e13-974e-e6dc4942eba6" providerId="ADAL" clId="{EFA2E4EC-BE36-476B-83C2-B7E85122EAB1}" dt="2026-09-16T23:52:23.018" v="5" actId="6549"/>
        <pc:sldMkLst>
          <pc:docMk/>
          <pc:sldMk cId="4020216759" sldId="270"/>
        </pc:sldMkLst>
        <pc:spChg chg="add del mod">
          <ac:chgData name="Zhongwei Xiang" userId="289026df-1e1a-4e13-974e-e6dc4942eba6" providerId="ADAL" clId="{EFA2E4EC-BE36-476B-83C2-B7E85122EAB1}" dt="2026-09-16T23:52:23.018" v="5" actId="6549"/>
          <ac:spMkLst>
            <pc:docMk/>
            <pc:sldMk cId="4020216759" sldId="270"/>
            <ac:spMk id="6" creationId="{3498FDEA-6D53-AC30-9374-BBE353484033}"/>
          </ac:spMkLst>
        </pc:spChg>
      </pc:sldChg>
      <pc:sldChg chg="modSp mod">
        <pc:chgData name="Zhongwei Xiang" userId="289026df-1e1a-4e13-974e-e6dc4942eba6" providerId="ADAL" clId="{EFA2E4EC-BE36-476B-83C2-B7E85122EAB1}" dt="2026-09-16T23:52:26.371" v="9" actId="6549"/>
        <pc:sldMkLst>
          <pc:docMk/>
          <pc:sldMk cId="1593022096" sldId="272"/>
        </pc:sldMkLst>
        <pc:spChg chg="mod">
          <ac:chgData name="Zhongwei Xiang" userId="289026df-1e1a-4e13-974e-e6dc4942eba6" providerId="ADAL" clId="{EFA2E4EC-BE36-476B-83C2-B7E85122EAB1}" dt="2026-09-16T23:52:26.371" v="9" actId="6549"/>
          <ac:spMkLst>
            <pc:docMk/>
            <pc:sldMk cId="1593022096" sldId="272"/>
            <ac:spMk id="6" creationId="{3498FDEA-6D53-AC30-9374-BBE3534840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3C569-0FC1-4DAC-AB8C-0C048BA0037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C6278-EC0F-496D-8426-84DE32A84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9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/>
            </a:r>
            <a:r>
              <a:rPr lang="zh-CN" altLang="en-US"/>
              <a:t/>
            </a:r>
          </a:p>
          <a:p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</a:p>
          <a:p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</a:p>
          <a:p>
            <a:r>
              <a:rPr lang="zh-CN" altLang="en-US"/>
              <a:t/>
            </a:r>
            <a:r>
              <a:rPr lang="en-US" altLang="zh-CN"/>
              <a:t/>
            </a:r>
          </a:p>
          <a:p>
            <a:r>
              <a:rPr lang="zh-CN" altLang="en-US"/>
              <a:t/>
            </a:r>
            <a:r>
              <a:rPr lang="en-US" altLang="zh-CN"/>
              <a:t/>
            </a:r>
          </a:p>
          <a:p>
            <a:r>
              <a:rPr lang="zh-CN" altLang="en-US"/>
              <a:t/>
            </a:r>
            <a:r>
              <a:rPr lang="en-US" altLang="zh-CN"/>
              <a:t/>
            </a:r>
          </a:p>
          <a:p>
            <a:r>
              <a:rPr lang="en-US" altLang="zh-CN"/>
              <a:t/>
            </a:r>
            <a:r>
              <a:rPr lang="zh-CN" altLang="en-US"/>
              <a:t/>
            </a:r>
          </a:p>
          <a:p>
            <a:r>
              <a:rPr lang="zh-CN" altLang="en-US"/>
              <a:t/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5_psalm93" type="blank" preserve="1">
  <p:cSld name="PCCS_20260916_05_psalm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40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4_psalm90" type="blank" preserve="1">
  <p:cSld name="PCCS_20260916_04_psalm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72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3_faithful" type="blank" preserve="1">
  <p:cSld name="PCCS_20260916_03_faithf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579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2_everlasting" type="blank" preserve="1">
  <p:cSld name="PCCS_20260916_02_everla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08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1_glory" type="blank" preserve="1">
  <p:cSld name="PCCS_20260916_01_gl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37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06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72" r:id="rId3"/>
    <p:sldLayoutId id="2147483671" r:id="rId4"/>
    <p:sldLayoutId id="214748367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无上部背景_前景与可选字幕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 hidden="0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  <p:sp>
        <p:nvSpPr>
          <p:cNvPr id="11" name="Song title">
            <a:extLst>
              <a:ext uri="{FF2B5EF4-FFF2-40B4-BE49-F238E27FC236}">
                <a16:creationId xmlns:a16="http://schemas.microsoft.com/office/drawing/2014/main" id="{57205AE4-3D93-0A48-2FD8-E727B08371E6}"/>
              </a:ext>
            </a:extLst>
          </p:cNvPr>
          <p:cNvSpPr>
            <a:spLocks noGrp="1"/>
          </p:cNvSpPr>
          <p:nvPr/>
        </p:nvSpPr>
        <p:spPr>
          <a:xfrm>
            <a:off x="812800" y="381000"/>
            <a:ext cx="105664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4800"/>
              </a:lnSpc>
              <a:defRPr sz="4000" b="0">
                <a:solidFill>
                  <a:srgbClr val="5B3D69"/>
                </a:solidFill>
                <a:latin typeface="KaiTi"/>
                <a:ea typeface="KaiTi"/>
                <a:cs typeface="KaiTi"/>
              </a:defRPr>
            </a:pPr>
            <a:endParaRPr sz="4000" b="0" spc="300" dirty="0">
              <a:solidFill>
                <a:srgbClr val="5B3D69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2" name="Song title separator_金色细线" hidden="1">
            <a:extLst>
              <a:ext uri="{FF2B5EF4-FFF2-40B4-BE49-F238E27FC236}">
                <a16:creationId xmlns:a16="http://schemas.microsoft.com/office/drawing/2014/main" id="{F787689D-1FEB-9CF0-4EE0-51197B4907FF}"/>
              </a:ext>
            </a:extLst>
          </p:cNvPr>
          <p:cNvSpPr>
            <a:spLocks noGrp="1"/>
          </p:cNvSpPr>
          <p:nvPr/>
        </p:nvSpPr>
        <p:spPr>
          <a:xfrm>
            <a:off x="5486400" y="1168400"/>
            <a:ext cx="1219200" cy="8890"/>
          </a:xfrm>
          <a:prstGeom prst="rect">
            <a:avLst/>
          </a:prstGeom>
          <a:solidFill>
            <a:srgbClr val="B5A18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032052"/>
      </p:ext>
    </p:extLst>
  </p:cSld>
  <p:clrMapOvr>
    <a:masterClrMapping/>
  </p:clrMapOvr>
</p:sld>
</file>

<file path=ppt/theme/theme1.xml><?xml version="1.0" encoding="utf-8"?>
<a:theme xmlns:a="http://schemas.openxmlformats.org/drawingml/2006/main" name="PCCS_TransparentFooter_0920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111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KaiTi</vt:lpstr>
      <vt:lpstr>Microsoft YaHei</vt:lpstr>
      <vt:lpstr>Noto Serif SC</vt:lpstr>
      <vt:lpstr>Aptos</vt:lpstr>
      <vt:lpstr>Arial</vt:lpstr>
      <vt:lpstr>Garamond</vt:lpstr>
      <vt:lpstr>PCCS_TransparentFooter_0920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Zhongwei Xiang</dc:creator>
  <cp:lastModifiedBy>Zhongwei Xiang</cp:lastModifiedBy>
  <cp:revision>22</cp:revision>
  <dcterms:created xsi:type="dcterms:W3CDTF">2026-09-16T14:35:03Z</dcterms:created>
  <dcterms:modified xsi:type="dcterms:W3CDTF">2026-09-17T00:59:57Z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2026-09-16T14:35:03Z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2f9f3d66-008e-4e90-b249-c31796512c68</vt:lpwstr>
  </property>
  <property fmtid="{D5CDD505-2E9C-101B-9397-08002B2CF9AE}" pid="7" name="MSIP_Label_defa4170-0d19-0005-0004-bc88714345d2_ActionId">
    <vt:lpwstr>3c0d6a8a-b5ee-4707-91d2-9405e995b395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